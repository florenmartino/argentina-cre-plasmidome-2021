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21b5151ea649ac" /><Relationship Type="http://schemas.openxmlformats.org/officeDocument/2006/relationships/extended-properties" Target="/docProps/app.xml" Id="R10fa1316f6f94a70" /><Relationship Type="http://schemas.openxmlformats.org/officeDocument/2006/relationships/officeDocument" Target="/ppt/presentation.xml" Id="R3332a5b3363741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9be95912aa4689"/>
  </p:sldMasterIdLst>
  <p:notesMasterIdLst>
    <p:notesMasterId xmlns:r="http://schemas.openxmlformats.org/officeDocument/2006/relationships" r:id="R5aa4a4648e334a13"/>
  </p:notesMasterIdLst>
  <p:sldIdLst>
    <p:sldId xmlns:r="http://schemas.openxmlformats.org/officeDocument/2006/relationships" id="256" r:id="R663312c3e2644559"/>
  </p:sldIdLst>
  <p:sldSz cx="17145000" cy="12573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4b1dc9bbcb444c" /><Relationship Type="http://schemas.openxmlformats.org/officeDocument/2006/relationships/slideMaster" Target="/ppt/slideMasters/slideMaster1.xml" Id="R749be95912aa4689" /><Relationship Type="http://schemas.openxmlformats.org/officeDocument/2006/relationships/notesMaster" Target="/ppt/notesMasters/notesMaster1.xml" Id="R5aa4a4648e334a13" /><Relationship Type="http://schemas.openxmlformats.org/officeDocument/2006/relationships/presProps" Target="/ppt/presProps.xml" Id="R43bac4e65ec14b15" /><Relationship Type="http://schemas.openxmlformats.org/officeDocument/2006/relationships/tableStyles" Target="/ppt/tableStyles.xml" Id="R7ea8909750b04a20" /><Relationship Type="http://schemas.openxmlformats.org/officeDocument/2006/relationships/slide" Target="/ppt/slides/slide1.xml" Id="R663312c3e26445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df609191142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5ff741dfbb45cf" /><Relationship Type="http://schemas.openxmlformats.org/officeDocument/2006/relationships/notesMaster" Target="/ppt/notesMasters/notesMaster1.xml" Id="R95014886f0d74f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4acaf4a0a48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a2049a8a144aa9" /><Relationship Type="http://schemas.openxmlformats.org/officeDocument/2006/relationships/slideLayout" Target="/ppt/slideLayouts/slideLayout1.xml" Id="Rd701ac847c4b47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01ac847c4b47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841515c0c43fa" /><Relationship Type="http://schemas.openxmlformats.org/officeDocument/2006/relationships/notesSlide" Target="/ppt/notesSlides/notesSlide1.xml" Id="Rdec7fc292e9848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FE2D83-460E-4CD3-AAD4-2038489C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955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Distribution of species, sequence types, plasmid backbones and carbapenemase genes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B7456-D229-4D94-897C-EACD8D85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500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Among 70 isolates, 68 carried at least one carbapenemase gene. Sixty-three carbapenemase-positive isolates with an assigned plasmid backbone were included in the Sankey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diagram. Four isolates carrying two carbapenemase-bearing plasmids were expanded into two backbone-level flows, yielding a total of 67 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0C126-CAC0-4F24-99AD-79B37BA4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123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Species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30A54-2AA9-4DDB-A8FD-364BB59F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239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Sequence 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4560E-43F0-42E8-A85A-E41E58BD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123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Plasmid 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37A5B-68ED-43CE-BC99-A9FC1077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123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Carbapenemase gene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7824D-CDD4-44DA-A45E-D5E7639A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547813"/>
            <a:ext cx="3476625" cy="514350"/>
          </a:xfrm>
          <a:custGeom xmlns:a="http://schemas.openxmlformats.org/drawingml/2006/main">
            <a:pathLst>
              <a:path w="3476625" h="514350">
                <a:moveTo>
                  <a:pt x="0" y="133350"/>
                </a:moveTo>
                <a:lnTo>
                  <a:pt x="234822" y="132548"/>
                </a:lnTo>
                <a:lnTo>
                  <a:pt x="447704" y="130244"/>
                </a:lnTo>
                <a:lnTo>
                  <a:pt x="640838" y="126587"/>
                </a:lnTo>
                <a:lnTo>
                  <a:pt x="816419" y="121728"/>
                </a:lnTo>
                <a:lnTo>
                  <a:pt x="976642" y="115817"/>
                </a:lnTo>
                <a:lnTo>
                  <a:pt x="1123700" y="109004"/>
                </a:lnTo>
                <a:lnTo>
                  <a:pt x="1259787" y="101440"/>
                </a:lnTo>
                <a:lnTo>
                  <a:pt x="1387098" y="93275"/>
                </a:lnTo>
                <a:lnTo>
                  <a:pt x="1507826" y="84659"/>
                </a:lnTo>
                <a:lnTo>
                  <a:pt x="1624166" y="75742"/>
                </a:lnTo>
                <a:lnTo>
                  <a:pt x="1738313" y="66675"/>
                </a:lnTo>
                <a:lnTo>
                  <a:pt x="1852459" y="57608"/>
                </a:lnTo>
                <a:lnTo>
                  <a:pt x="1968799" y="48691"/>
                </a:lnTo>
                <a:lnTo>
                  <a:pt x="2089527" y="40075"/>
                </a:lnTo>
                <a:lnTo>
                  <a:pt x="2216838" y="31910"/>
                </a:lnTo>
                <a:lnTo>
                  <a:pt x="2352925" y="24346"/>
                </a:lnTo>
                <a:lnTo>
                  <a:pt x="2499983" y="17533"/>
                </a:lnTo>
                <a:lnTo>
                  <a:pt x="2660206" y="11622"/>
                </a:lnTo>
                <a:lnTo>
                  <a:pt x="2835787" y="6763"/>
                </a:lnTo>
                <a:lnTo>
                  <a:pt x="3028921" y="3106"/>
                </a:lnTo>
                <a:lnTo>
                  <a:pt x="3241803" y="802"/>
                </a:lnTo>
                <a:lnTo>
                  <a:pt x="3476625" y="0"/>
                </a:lnTo>
                <a:lnTo>
                  <a:pt x="3476625" y="381000"/>
                </a:lnTo>
                <a:lnTo>
                  <a:pt x="3241803" y="381802"/>
                </a:lnTo>
                <a:lnTo>
                  <a:pt x="3028921" y="384106"/>
                </a:lnTo>
                <a:lnTo>
                  <a:pt x="2835787" y="387763"/>
                </a:lnTo>
                <a:lnTo>
                  <a:pt x="2660206" y="392622"/>
                </a:lnTo>
                <a:lnTo>
                  <a:pt x="2499983" y="398533"/>
                </a:lnTo>
                <a:lnTo>
                  <a:pt x="2352925" y="405346"/>
                </a:lnTo>
                <a:lnTo>
                  <a:pt x="2216838" y="412910"/>
                </a:lnTo>
                <a:lnTo>
                  <a:pt x="2089527" y="421075"/>
                </a:lnTo>
                <a:lnTo>
                  <a:pt x="1968799" y="429691"/>
                </a:lnTo>
                <a:lnTo>
                  <a:pt x="1852459" y="438608"/>
                </a:lnTo>
                <a:lnTo>
                  <a:pt x="1738313" y="447675"/>
                </a:lnTo>
                <a:lnTo>
                  <a:pt x="1624166" y="456742"/>
                </a:lnTo>
                <a:lnTo>
                  <a:pt x="1507826" y="465659"/>
                </a:lnTo>
                <a:lnTo>
                  <a:pt x="1387098" y="474275"/>
                </a:lnTo>
                <a:lnTo>
                  <a:pt x="1259787" y="482440"/>
                </a:lnTo>
                <a:lnTo>
                  <a:pt x="1123700" y="490004"/>
                </a:lnTo>
                <a:lnTo>
                  <a:pt x="976642" y="496817"/>
                </a:lnTo>
                <a:lnTo>
                  <a:pt x="816419" y="502728"/>
                </a:lnTo>
                <a:lnTo>
                  <a:pt x="640838" y="507587"/>
                </a:lnTo>
                <a:lnTo>
                  <a:pt x="447704" y="511244"/>
                </a:lnTo>
                <a:lnTo>
                  <a:pt x="234822" y="513548"/>
                </a:lnTo>
                <a:lnTo>
                  <a:pt x="0" y="514350"/>
                </a:lnTo>
                <a:close/>
              </a:path>
            </a:pathLst>
          </a:custGeom>
          <a:solidFill xmlns:a="http://schemas.openxmlformats.org/drawingml/2006/main">
            <a:srgbClr val="0B6B3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6DFE9-229A-4B09-A1B5-CFE4FFD4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928813"/>
            <a:ext cx="3476625" cy="228600"/>
          </a:xfrm>
          <a:custGeom xmlns:a="http://schemas.openxmlformats.org/drawingml/2006/main">
            <a:pathLst>
              <a:path w="3476625" h="228600">
                <a:moveTo>
                  <a:pt x="0" y="133350"/>
                </a:moveTo>
                <a:lnTo>
                  <a:pt x="234822" y="132548"/>
                </a:lnTo>
                <a:lnTo>
                  <a:pt x="447704" y="130244"/>
                </a:lnTo>
                <a:lnTo>
                  <a:pt x="640838" y="126587"/>
                </a:lnTo>
                <a:lnTo>
                  <a:pt x="816419" y="121728"/>
                </a:lnTo>
                <a:lnTo>
                  <a:pt x="976642" y="115817"/>
                </a:lnTo>
                <a:lnTo>
                  <a:pt x="1123700" y="109004"/>
                </a:lnTo>
                <a:lnTo>
                  <a:pt x="1259787" y="101440"/>
                </a:lnTo>
                <a:lnTo>
                  <a:pt x="1387098" y="93275"/>
                </a:lnTo>
                <a:lnTo>
                  <a:pt x="1507826" y="84659"/>
                </a:lnTo>
                <a:lnTo>
                  <a:pt x="1624166" y="75742"/>
                </a:lnTo>
                <a:lnTo>
                  <a:pt x="1738313" y="66675"/>
                </a:lnTo>
                <a:lnTo>
                  <a:pt x="1852459" y="57608"/>
                </a:lnTo>
                <a:lnTo>
                  <a:pt x="1968799" y="48691"/>
                </a:lnTo>
                <a:lnTo>
                  <a:pt x="2089527" y="40075"/>
                </a:lnTo>
                <a:lnTo>
                  <a:pt x="2216838" y="31910"/>
                </a:lnTo>
                <a:lnTo>
                  <a:pt x="2352925" y="24346"/>
                </a:lnTo>
                <a:lnTo>
                  <a:pt x="2499983" y="17533"/>
                </a:lnTo>
                <a:lnTo>
                  <a:pt x="2660206" y="11622"/>
                </a:lnTo>
                <a:lnTo>
                  <a:pt x="2835787" y="6763"/>
                </a:lnTo>
                <a:lnTo>
                  <a:pt x="3028921" y="3106"/>
                </a:lnTo>
                <a:lnTo>
                  <a:pt x="3241803" y="802"/>
                </a:lnTo>
                <a:lnTo>
                  <a:pt x="3476625" y="0"/>
                </a:lnTo>
                <a:lnTo>
                  <a:pt x="3476625" y="95250"/>
                </a:lnTo>
                <a:lnTo>
                  <a:pt x="3241803" y="96052"/>
                </a:lnTo>
                <a:lnTo>
                  <a:pt x="3028921" y="98356"/>
                </a:lnTo>
                <a:lnTo>
                  <a:pt x="2835787" y="102013"/>
                </a:lnTo>
                <a:lnTo>
                  <a:pt x="2660206" y="106872"/>
                </a:lnTo>
                <a:lnTo>
                  <a:pt x="2499983" y="112783"/>
                </a:lnTo>
                <a:lnTo>
                  <a:pt x="2352925" y="119596"/>
                </a:lnTo>
                <a:lnTo>
                  <a:pt x="2216838" y="127160"/>
                </a:lnTo>
                <a:lnTo>
                  <a:pt x="2089527" y="135325"/>
                </a:lnTo>
                <a:lnTo>
                  <a:pt x="1968799" y="143941"/>
                </a:lnTo>
                <a:lnTo>
                  <a:pt x="1852459" y="152858"/>
                </a:lnTo>
                <a:lnTo>
                  <a:pt x="1738313" y="161925"/>
                </a:lnTo>
                <a:lnTo>
                  <a:pt x="1624166" y="170992"/>
                </a:lnTo>
                <a:lnTo>
                  <a:pt x="1507826" y="179909"/>
                </a:lnTo>
                <a:lnTo>
                  <a:pt x="1387098" y="188525"/>
                </a:lnTo>
                <a:lnTo>
                  <a:pt x="1259787" y="196690"/>
                </a:lnTo>
                <a:lnTo>
                  <a:pt x="1123700" y="204254"/>
                </a:lnTo>
                <a:lnTo>
                  <a:pt x="976642" y="211067"/>
                </a:lnTo>
                <a:lnTo>
                  <a:pt x="816419" y="216978"/>
                </a:lnTo>
                <a:lnTo>
                  <a:pt x="640838" y="221837"/>
                </a:lnTo>
                <a:lnTo>
                  <a:pt x="447704" y="225494"/>
                </a:lnTo>
                <a:lnTo>
                  <a:pt x="234822" y="227798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3271F-4514-4B9C-BD28-79D6A832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24063"/>
            <a:ext cx="3476625" cy="419100"/>
          </a:xfrm>
          <a:custGeom xmlns:a="http://schemas.openxmlformats.org/drawingml/2006/main">
            <a:pathLst>
              <a:path w="3476625" h="419100">
                <a:moveTo>
                  <a:pt x="0" y="133350"/>
                </a:moveTo>
                <a:lnTo>
                  <a:pt x="234822" y="132548"/>
                </a:lnTo>
                <a:lnTo>
                  <a:pt x="447704" y="130244"/>
                </a:lnTo>
                <a:lnTo>
                  <a:pt x="640838" y="126587"/>
                </a:lnTo>
                <a:lnTo>
                  <a:pt x="816419" y="121728"/>
                </a:lnTo>
                <a:lnTo>
                  <a:pt x="976642" y="115817"/>
                </a:lnTo>
                <a:lnTo>
                  <a:pt x="1123700" y="109004"/>
                </a:lnTo>
                <a:lnTo>
                  <a:pt x="1259787" y="101440"/>
                </a:lnTo>
                <a:lnTo>
                  <a:pt x="1387098" y="93275"/>
                </a:lnTo>
                <a:lnTo>
                  <a:pt x="1507826" y="84659"/>
                </a:lnTo>
                <a:lnTo>
                  <a:pt x="1624166" y="75742"/>
                </a:lnTo>
                <a:lnTo>
                  <a:pt x="1738313" y="66675"/>
                </a:lnTo>
                <a:lnTo>
                  <a:pt x="1852459" y="57608"/>
                </a:lnTo>
                <a:lnTo>
                  <a:pt x="1968799" y="48691"/>
                </a:lnTo>
                <a:lnTo>
                  <a:pt x="2089527" y="40075"/>
                </a:lnTo>
                <a:lnTo>
                  <a:pt x="2216838" y="31910"/>
                </a:lnTo>
                <a:lnTo>
                  <a:pt x="2352925" y="24346"/>
                </a:lnTo>
                <a:lnTo>
                  <a:pt x="2499983" y="17533"/>
                </a:lnTo>
                <a:lnTo>
                  <a:pt x="2660206" y="11622"/>
                </a:lnTo>
                <a:lnTo>
                  <a:pt x="2835787" y="6763"/>
                </a:lnTo>
                <a:lnTo>
                  <a:pt x="3028921" y="3106"/>
                </a:lnTo>
                <a:lnTo>
                  <a:pt x="3241803" y="802"/>
                </a:lnTo>
                <a:lnTo>
                  <a:pt x="3476625" y="0"/>
                </a:lnTo>
                <a:lnTo>
                  <a:pt x="3476625" y="285750"/>
                </a:lnTo>
                <a:lnTo>
                  <a:pt x="3241803" y="286552"/>
                </a:lnTo>
                <a:lnTo>
                  <a:pt x="3028921" y="288856"/>
                </a:lnTo>
                <a:lnTo>
                  <a:pt x="2835787" y="292513"/>
                </a:lnTo>
                <a:lnTo>
                  <a:pt x="2660206" y="297372"/>
                </a:lnTo>
                <a:lnTo>
                  <a:pt x="2499983" y="303283"/>
                </a:lnTo>
                <a:lnTo>
                  <a:pt x="2352925" y="310096"/>
                </a:lnTo>
                <a:lnTo>
                  <a:pt x="2216838" y="317660"/>
                </a:lnTo>
                <a:lnTo>
                  <a:pt x="2089527" y="325825"/>
                </a:lnTo>
                <a:lnTo>
                  <a:pt x="1968799" y="334441"/>
                </a:lnTo>
                <a:lnTo>
                  <a:pt x="1852459" y="343358"/>
                </a:lnTo>
                <a:lnTo>
                  <a:pt x="1738313" y="352425"/>
                </a:lnTo>
                <a:lnTo>
                  <a:pt x="1624166" y="361492"/>
                </a:lnTo>
                <a:lnTo>
                  <a:pt x="1507826" y="370409"/>
                </a:lnTo>
                <a:lnTo>
                  <a:pt x="1387098" y="379025"/>
                </a:lnTo>
                <a:lnTo>
                  <a:pt x="1259787" y="387190"/>
                </a:lnTo>
                <a:lnTo>
                  <a:pt x="1123700" y="394754"/>
                </a:lnTo>
                <a:lnTo>
                  <a:pt x="976642" y="401567"/>
                </a:lnTo>
                <a:lnTo>
                  <a:pt x="816419" y="407478"/>
                </a:lnTo>
                <a:lnTo>
                  <a:pt x="640838" y="412337"/>
                </a:lnTo>
                <a:lnTo>
                  <a:pt x="447704" y="415994"/>
                </a:lnTo>
                <a:lnTo>
                  <a:pt x="234822" y="418298"/>
                </a:lnTo>
                <a:lnTo>
                  <a:pt x="0" y="419100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22B9B-2C2B-4B89-91F2-0C9D2775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09813"/>
            <a:ext cx="3476625" cy="323850"/>
          </a:xfrm>
          <a:custGeom xmlns:a="http://schemas.openxmlformats.org/drawingml/2006/main">
            <a:pathLst>
              <a:path w="3476625" h="323850">
                <a:moveTo>
                  <a:pt x="0" y="133350"/>
                </a:moveTo>
                <a:lnTo>
                  <a:pt x="234822" y="132548"/>
                </a:lnTo>
                <a:lnTo>
                  <a:pt x="447704" y="130244"/>
                </a:lnTo>
                <a:lnTo>
                  <a:pt x="640838" y="126587"/>
                </a:lnTo>
                <a:lnTo>
                  <a:pt x="816419" y="121728"/>
                </a:lnTo>
                <a:lnTo>
                  <a:pt x="976642" y="115817"/>
                </a:lnTo>
                <a:lnTo>
                  <a:pt x="1123700" y="109004"/>
                </a:lnTo>
                <a:lnTo>
                  <a:pt x="1259787" y="101440"/>
                </a:lnTo>
                <a:lnTo>
                  <a:pt x="1387098" y="93275"/>
                </a:lnTo>
                <a:lnTo>
                  <a:pt x="1507826" y="84659"/>
                </a:lnTo>
                <a:lnTo>
                  <a:pt x="1624166" y="75742"/>
                </a:lnTo>
                <a:lnTo>
                  <a:pt x="1738313" y="66675"/>
                </a:lnTo>
                <a:lnTo>
                  <a:pt x="1852459" y="57608"/>
                </a:lnTo>
                <a:lnTo>
                  <a:pt x="1968799" y="48691"/>
                </a:lnTo>
                <a:lnTo>
                  <a:pt x="2089527" y="40075"/>
                </a:lnTo>
                <a:lnTo>
                  <a:pt x="2216838" y="31910"/>
                </a:lnTo>
                <a:lnTo>
                  <a:pt x="2352925" y="24346"/>
                </a:lnTo>
                <a:lnTo>
                  <a:pt x="2499983" y="17533"/>
                </a:lnTo>
                <a:lnTo>
                  <a:pt x="2660206" y="11622"/>
                </a:lnTo>
                <a:lnTo>
                  <a:pt x="2835787" y="6763"/>
                </a:lnTo>
                <a:lnTo>
                  <a:pt x="3028921" y="3106"/>
                </a:lnTo>
                <a:lnTo>
                  <a:pt x="3241803" y="802"/>
                </a:lnTo>
                <a:lnTo>
                  <a:pt x="3476625" y="0"/>
                </a:lnTo>
                <a:lnTo>
                  <a:pt x="3476625" y="190500"/>
                </a:lnTo>
                <a:lnTo>
                  <a:pt x="3241803" y="191302"/>
                </a:lnTo>
                <a:lnTo>
                  <a:pt x="3028921" y="193606"/>
                </a:lnTo>
                <a:lnTo>
                  <a:pt x="2835787" y="197263"/>
                </a:lnTo>
                <a:lnTo>
                  <a:pt x="2660206" y="202122"/>
                </a:lnTo>
                <a:lnTo>
                  <a:pt x="2499983" y="208033"/>
                </a:lnTo>
                <a:lnTo>
                  <a:pt x="2352925" y="214846"/>
                </a:lnTo>
                <a:lnTo>
                  <a:pt x="2216838" y="222410"/>
                </a:lnTo>
                <a:lnTo>
                  <a:pt x="2089527" y="230575"/>
                </a:lnTo>
                <a:lnTo>
                  <a:pt x="1968799" y="239191"/>
                </a:lnTo>
                <a:lnTo>
                  <a:pt x="1852459" y="248108"/>
                </a:lnTo>
                <a:lnTo>
                  <a:pt x="1738313" y="257175"/>
                </a:lnTo>
                <a:lnTo>
                  <a:pt x="1624166" y="266242"/>
                </a:lnTo>
                <a:lnTo>
                  <a:pt x="1507826" y="275159"/>
                </a:lnTo>
                <a:lnTo>
                  <a:pt x="1387098" y="283775"/>
                </a:lnTo>
                <a:lnTo>
                  <a:pt x="1259787" y="291940"/>
                </a:lnTo>
                <a:lnTo>
                  <a:pt x="1123700" y="299504"/>
                </a:lnTo>
                <a:lnTo>
                  <a:pt x="976642" y="306317"/>
                </a:lnTo>
                <a:lnTo>
                  <a:pt x="816419" y="312228"/>
                </a:lnTo>
                <a:lnTo>
                  <a:pt x="640838" y="317087"/>
                </a:lnTo>
                <a:lnTo>
                  <a:pt x="447704" y="320744"/>
                </a:lnTo>
                <a:lnTo>
                  <a:pt x="234822" y="323048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7533E-5E18-4381-AF0E-6B3F2C96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00313"/>
            <a:ext cx="3476625" cy="800100"/>
          </a:xfrm>
          <a:custGeom xmlns:a="http://schemas.openxmlformats.org/drawingml/2006/main">
            <a:pathLst>
              <a:path w="3476625" h="800100">
                <a:moveTo>
                  <a:pt x="0" y="133350"/>
                </a:moveTo>
                <a:lnTo>
                  <a:pt x="234822" y="132548"/>
                </a:lnTo>
                <a:lnTo>
                  <a:pt x="447704" y="130244"/>
                </a:lnTo>
                <a:lnTo>
                  <a:pt x="640838" y="126587"/>
                </a:lnTo>
                <a:lnTo>
                  <a:pt x="816419" y="121728"/>
                </a:lnTo>
                <a:lnTo>
                  <a:pt x="976642" y="115817"/>
                </a:lnTo>
                <a:lnTo>
                  <a:pt x="1123700" y="109004"/>
                </a:lnTo>
                <a:lnTo>
                  <a:pt x="1259787" y="101440"/>
                </a:lnTo>
                <a:lnTo>
                  <a:pt x="1387098" y="93275"/>
                </a:lnTo>
                <a:lnTo>
                  <a:pt x="1507826" y="84659"/>
                </a:lnTo>
                <a:lnTo>
                  <a:pt x="1624166" y="75742"/>
                </a:lnTo>
                <a:lnTo>
                  <a:pt x="1738313" y="66675"/>
                </a:lnTo>
                <a:lnTo>
                  <a:pt x="1852459" y="57608"/>
                </a:lnTo>
                <a:lnTo>
                  <a:pt x="1968799" y="48691"/>
                </a:lnTo>
                <a:lnTo>
                  <a:pt x="2089527" y="40075"/>
                </a:lnTo>
                <a:lnTo>
                  <a:pt x="2216838" y="31910"/>
                </a:lnTo>
                <a:lnTo>
                  <a:pt x="2352925" y="24346"/>
                </a:lnTo>
                <a:lnTo>
                  <a:pt x="2499983" y="17533"/>
                </a:lnTo>
                <a:lnTo>
                  <a:pt x="2660206" y="11622"/>
                </a:lnTo>
                <a:lnTo>
                  <a:pt x="2835787" y="6763"/>
                </a:lnTo>
                <a:lnTo>
                  <a:pt x="3028921" y="3106"/>
                </a:lnTo>
                <a:lnTo>
                  <a:pt x="3241803" y="802"/>
                </a:lnTo>
                <a:lnTo>
                  <a:pt x="3476625" y="0"/>
                </a:lnTo>
                <a:lnTo>
                  <a:pt x="3476625" y="666750"/>
                </a:lnTo>
                <a:lnTo>
                  <a:pt x="3241803" y="667552"/>
                </a:lnTo>
                <a:lnTo>
                  <a:pt x="3028921" y="669856"/>
                </a:lnTo>
                <a:lnTo>
                  <a:pt x="2835787" y="673513"/>
                </a:lnTo>
                <a:lnTo>
                  <a:pt x="2660206" y="678372"/>
                </a:lnTo>
                <a:lnTo>
                  <a:pt x="2499983" y="684283"/>
                </a:lnTo>
                <a:lnTo>
                  <a:pt x="2352925" y="691096"/>
                </a:lnTo>
                <a:lnTo>
                  <a:pt x="2216838" y="698660"/>
                </a:lnTo>
                <a:lnTo>
                  <a:pt x="2089527" y="706825"/>
                </a:lnTo>
                <a:lnTo>
                  <a:pt x="1968799" y="715441"/>
                </a:lnTo>
                <a:lnTo>
                  <a:pt x="1852459" y="724358"/>
                </a:lnTo>
                <a:lnTo>
                  <a:pt x="1738313" y="733425"/>
                </a:lnTo>
                <a:lnTo>
                  <a:pt x="1624166" y="742492"/>
                </a:lnTo>
                <a:lnTo>
                  <a:pt x="1507826" y="751409"/>
                </a:lnTo>
                <a:lnTo>
                  <a:pt x="1387098" y="760025"/>
                </a:lnTo>
                <a:lnTo>
                  <a:pt x="1259787" y="768190"/>
                </a:lnTo>
                <a:lnTo>
                  <a:pt x="1123700" y="775754"/>
                </a:lnTo>
                <a:lnTo>
                  <a:pt x="976642" y="782567"/>
                </a:lnTo>
                <a:lnTo>
                  <a:pt x="816419" y="788478"/>
                </a:lnTo>
                <a:lnTo>
                  <a:pt x="640838" y="793337"/>
                </a:lnTo>
                <a:lnTo>
                  <a:pt x="447704" y="796994"/>
                </a:lnTo>
                <a:lnTo>
                  <a:pt x="234822" y="799298"/>
                </a:lnTo>
                <a:lnTo>
                  <a:pt x="0" y="800100"/>
                </a:lnTo>
                <a:close/>
              </a:path>
            </a:pathLst>
          </a:custGeom>
          <a:solidFill xmlns:a="http://schemas.openxmlformats.org/drawingml/2006/main">
            <a:srgbClr val="D7191C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585EA-96E3-476B-B6A1-42E6B1E9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14688"/>
            <a:ext cx="3476625" cy="466725"/>
          </a:xfrm>
          <a:custGeom xmlns:a="http://schemas.openxmlformats.org/drawingml/2006/main">
            <a:pathLst>
              <a:path w="3476625" h="466725">
                <a:moveTo>
                  <a:pt x="0" y="85725"/>
                </a:moveTo>
                <a:lnTo>
                  <a:pt x="234822" y="85210"/>
                </a:lnTo>
                <a:lnTo>
                  <a:pt x="447704" y="83728"/>
                </a:lnTo>
                <a:lnTo>
                  <a:pt x="640838" y="81378"/>
                </a:lnTo>
                <a:lnTo>
                  <a:pt x="816419" y="78254"/>
                </a:lnTo>
                <a:lnTo>
                  <a:pt x="976642" y="74454"/>
                </a:lnTo>
                <a:lnTo>
                  <a:pt x="1123700" y="70074"/>
                </a:lnTo>
                <a:lnTo>
                  <a:pt x="1259787" y="65212"/>
                </a:lnTo>
                <a:lnTo>
                  <a:pt x="1387098" y="59962"/>
                </a:lnTo>
                <a:lnTo>
                  <a:pt x="1507826" y="54423"/>
                </a:lnTo>
                <a:lnTo>
                  <a:pt x="1624166" y="48691"/>
                </a:lnTo>
                <a:lnTo>
                  <a:pt x="1738313" y="42863"/>
                </a:lnTo>
                <a:lnTo>
                  <a:pt x="1852459" y="37034"/>
                </a:lnTo>
                <a:lnTo>
                  <a:pt x="1968799" y="31302"/>
                </a:lnTo>
                <a:lnTo>
                  <a:pt x="2089527" y="25763"/>
                </a:lnTo>
                <a:lnTo>
                  <a:pt x="2216838" y="20513"/>
                </a:lnTo>
                <a:lnTo>
                  <a:pt x="2352925" y="15651"/>
                </a:lnTo>
                <a:lnTo>
                  <a:pt x="2499983" y="11271"/>
                </a:lnTo>
                <a:lnTo>
                  <a:pt x="2660206" y="7471"/>
                </a:lnTo>
                <a:lnTo>
                  <a:pt x="2835787" y="4347"/>
                </a:lnTo>
                <a:lnTo>
                  <a:pt x="3028921" y="1997"/>
                </a:lnTo>
                <a:lnTo>
                  <a:pt x="3241803" y="515"/>
                </a:lnTo>
                <a:lnTo>
                  <a:pt x="3476625" y="0"/>
                </a:lnTo>
                <a:lnTo>
                  <a:pt x="3476625" y="381000"/>
                </a:lnTo>
                <a:lnTo>
                  <a:pt x="3241803" y="381515"/>
                </a:lnTo>
                <a:lnTo>
                  <a:pt x="3028921" y="382997"/>
                </a:lnTo>
                <a:lnTo>
                  <a:pt x="2835787" y="385347"/>
                </a:lnTo>
                <a:lnTo>
                  <a:pt x="2660206" y="388471"/>
                </a:lnTo>
                <a:lnTo>
                  <a:pt x="2499983" y="392271"/>
                </a:lnTo>
                <a:lnTo>
                  <a:pt x="2352925" y="396651"/>
                </a:lnTo>
                <a:lnTo>
                  <a:pt x="2216838" y="401513"/>
                </a:lnTo>
                <a:lnTo>
                  <a:pt x="2089527" y="406763"/>
                </a:lnTo>
                <a:lnTo>
                  <a:pt x="1968799" y="412302"/>
                </a:lnTo>
                <a:lnTo>
                  <a:pt x="1852459" y="418034"/>
                </a:lnTo>
                <a:lnTo>
                  <a:pt x="1738313" y="423863"/>
                </a:lnTo>
                <a:lnTo>
                  <a:pt x="1624166" y="429691"/>
                </a:lnTo>
                <a:lnTo>
                  <a:pt x="1507826" y="435423"/>
                </a:lnTo>
                <a:lnTo>
                  <a:pt x="1387098" y="440962"/>
                </a:lnTo>
                <a:lnTo>
                  <a:pt x="1259787" y="446212"/>
                </a:lnTo>
                <a:lnTo>
                  <a:pt x="1123700" y="451074"/>
                </a:lnTo>
                <a:lnTo>
                  <a:pt x="976642" y="455454"/>
                </a:lnTo>
                <a:lnTo>
                  <a:pt x="816419" y="459254"/>
                </a:lnTo>
                <a:lnTo>
                  <a:pt x="640838" y="462378"/>
                </a:lnTo>
                <a:lnTo>
                  <a:pt x="447704" y="464728"/>
                </a:lnTo>
                <a:lnTo>
                  <a:pt x="234822" y="466210"/>
                </a:lnTo>
                <a:lnTo>
                  <a:pt x="0" y="466725"/>
                </a:lnTo>
                <a:close/>
              </a:path>
            </a:pathLst>
          </a:custGeom>
          <a:solidFill xmlns:a="http://schemas.openxmlformats.org/drawingml/2006/main">
            <a:srgbClr val="0B6B3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4D81E-4D05-4E61-8811-38C4AB8A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95688"/>
            <a:ext cx="3476625" cy="180975"/>
          </a:xfrm>
          <a:custGeom xmlns:a="http://schemas.openxmlformats.org/drawingml/2006/main">
            <a:pathLst>
              <a:path w="3476625" h="180975">
                <a:moveTo>
                  <a:pt x="0" y="85725"/>
                </a:moveTo>
                <a:lnTo>
                  <a:pt x="234822" y="85210"/>
                </a:lnTo>
                <a:lnTo>
                  <a:pt x="447704" y="83728"/>
                </a:lnTo>
                <a:lnTo>
                  <a:pt x="640838" y="81378"/>
                </a:lnTo>
                <a:lnTo>
                  <a:pt x="816419" y="78254"/>
                </a:lnTo>
                <a:lnTo>
                  <a:pt x="976642" y="74454"/>
                </a:lnTo>
                <a:lnTo>
                  <a:pt x="1123700" y="70074"/>
                </a:lnTo>
                <a:lnTo>
                  <a:pt x="1259787" y="65212"/>
                </a:lnTo>
                <a:lnTo>
                  <a:pt x="1387098" y="59962"/>
                </a:lnTo>
                <a:lnTo>
                  <a:pt x="1507826" y="54423"/>
                </a:lnTo>
                <a:lnTo>
                  <a:pt x="1624166" y="48691"/>
                </a:lnTo>
                <a:lnTo>
                  <a:pt x="1738313" y="42863"/>
                </a:lnTo>
                <a:lnTo>
                  <a:pt x="1852459" y="37034"/>
                </a:lnTo>
                <a:lnTo>
                  <a:pt x="1968799" y="31302"/>
                </a:lnTo>
                <a:lnTo>
                  <a:pt x="2089527" y="25763"/>
                </a:lnTo>
                <a:lnTo>
                  <a:pt x="2216838" y="20513"/>
                </a:lnTo>
                <a:lnTo>
                  <a:pt x="2352925" y="15651"/>
                </a:lnTo>
                <a:lnTo>
                  <a:pt x="2499983" y="11271"/>
                </a:lnTo>
                <a:lnTo>
                  <a:pt x="2660206" y="7471"/>
                </a:lnTo>
                <a:lnTo>
                  <a:pt x="2835787" y="4347"/>
                </a:lnTo>
                <a:lnTo>
                  <a:pt x="3028921" y="1997"/>
                </a:lnTo>
                <a:lnTo>
                  <a:pt x="3241803" y="515"/>
                </a:lnTo>
                <a:lnTo>
                  <a:pt x="3476625" y="0"/>
                </a:lnTo>
                <a:lnTo>
                  <a:pt x="3476625" y="95250"/>
                </a:lnTo>
                <a:lnTo>
                  <a:pt x="3241803" y="95765"/>
                </a:lnTo>
                <a:lnTo>
                  <a:pt x="3028921" y="97247"/>
                </a:lnTo>
                <a:lnTo>
                  <a:pt x="2835787" y="99597"/>
                </a:lnTo>
                <a:lnTo>
                  <a:pt x="2660206" y="102721"/>
                </a:lnTo>
                <a:lnTo>
                  <a:pt x="2499983" y="106521"/>
                </a:lnTo>
                <a:lnTo>
                  <a:pt x="2352925" y="110901"/>
                </a:lnTo>
                <a:lnTo>
                  <a:pt x="2216838" y="115763"/>
                </a:lnTo>
                <a:lnTo>
                  <a:pt x="2089527" y="121013"/>
                </a:lnTo>
                <a:lnTo>
                  <a:pt x="1968799" y="126552"/>
                </a:lnTo>
                <a:lnTo>
                  <a:pt x="1852459" y="132284"/>
                </a:lnTo>
                <a:lnTo>
                  <a:pt x="1738313" y="138113"/>
                </a:lnTo>
                <a:lnTo>
                  <a:pt x="1624166" y="143941"/>
                </a:lnTo>
                <a:lnTo>
                  <a:pt x="1507826" y="149673"/>
                </a:lnTo>
                <a:lnTo>
                  <a:pt x="1387098" y="155212"/>
                </a:lnTo>
                <a:lnTo>
                  <a:pt x="1259787" y="160462"/>
                </a:lnTo>
                <a:lnTo>
                  <a:pt x="1123700" y="165324"/>
                </a:lnTo>
                <a:lnTo>
                  <a:pt x="976642" y="169704"/>
                </a:lnTo>
                <a:lnTo>
                  <a:pt x="816419" y="173504"/>
                </a:lnTo>
                <a:lnTo>
                  <a:pt x="640838" y="176628"/>
                </a:lnTo>
                <a:lnTo>
                  <a:pt x="447704" y="178978"/>
                </a:lnTo>
                <a:lnTo>
                  <a:pt x="234822" y="180460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0DFFF-2BC9-4E60-93B1-6EB07CB0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90938"/>
            <a:ext cx="3476625" cy="180975"/>
          </a:xfrm>
          <a:custGeom xmlns:a="http://schemas.openxmlformats.org/drawingml/2006/main">
            <a:pathLst>
              <a:path w="3476625" h="180975">
                <a:moveTo>
                  <a:pt x="0" y="85725"/>
                </a:moveTo>
                <a:lnTo>
                  <a:pt x="234822" y="85210"/>
                </a:lnTo>
                <a:lnTo>
                  <a:pt x="447704" y="83728"/>
                </a:lnTo>
                <a:lnTo>
                  <a:pt x="640838" y="81378"/>
                </a:lnTo>
                <a:lnTo>
                  <a:pt x="816419" y="78254"/>
                </a:lnTo>
                <a:lnTo>
                  <a:pt x="976642" y="74454"/>
                </a:lnTo>
                <a:lnTo>
                  <a:pt x="1123700" y="70074"/>
                </a:lnTo>
                <a:lnTo>
                  <a:pt x="1259787" y="65212"/>
                </a:lnTo>
                <a:lnTo>
                  <a:pt x="1387098" y="59962"/>
                </a:lnTo>
                <a:lnTo>
                  <a:pt x="1507826" y="54423"/>
                </a:lnTo>
                <a:lnTo>
                  <a:pt x="1624166" y="48691"/>
                </a:lnTo>
                <a:lnTo>
                  <a:pt x="1738313" y="42863"/>
                </a:lnTo>
                <a:lnTo>
                  <a:pt x="1852459" y="37034"/>
                </a:lnTo>
                <a:lnTo>
                  <a:pt x="1968799" y="31302"/>
                </a:lnTo>
                <a:lnTo>
                  <a:pt x="2089527" y="25763"/>
                </a:lnTo>
                <a:lnTo>
                  <a:pt x="2216838" y="20513"/>
                </a:lnTo>
                <a:lnTo>
                  <a:pt x="2352925" y="15651"/>
                </a:lnTo>
                <a:lnTo>
                  <a:pt x="2499983" y="11271"/>
                </a:lnTo>
                <a:lnTo>
                  <a:pt x="2660206" y="7471"/>
                </a:lnTo>
                <a:lnTo>
                  <a:pt x="2835787" y="4347"/>
                </a:lnTo>
                <a:lnTo>
                  <a:pt x="3028921" y="1997"/>
                </a:lnTo>
                <a:lnTo>
                  <a:pt x="3241803" y="515"/>
                </a:lnTo>
                <a:lnTo>
                  <a:pt x="3476625" y="0"/>
                </a:lnTo>
                <a:lnTo>
                  <a:pt x="3476625" y="95250"/>
                </a:lnTo>
                <a:lnTo>
                  <a:pt x="3241803" y="95765"/>
                </a:lnTo>
                <a:lnTo>
                  <a:pt x="3028921" y="97247"/>
                </a:lnTo>
                <a:lnTo>
                  <a:pt x="2835787" y="99597"/>
                </a:lnTo>
                <a:lnTo>
                  <a:pt x="2660206" y="102721"/>
                </a:lnTo>
                <a:lnTo>
                  <a:pt x="2499983" y="106521"/>
                </a:lnTo>
                <a:lnTo>
                  <a:pt x="2352925" y="110901"/>
                </a:lnTo>
                <a:lnTo>
                  <a:pt x="2216838" y="115763"/>
                </a:lnTo>
                <a:lnTo>
                  <a:pt x="2089527" y="121013"/>
                </a:lnTo>
                <a:lnTo>
                  <a:pt x="1968799" y="126552"/>
                </a:lnTo>
                <a:lnTo>
                  <a:pt x="1852459" y="132284"/>
                </a:lnTo>
                <a:lnTo>
                  <a:pt x="1738313" y="138113"/>
                </a:lnTo>
                <a:lnTo>
                  <a:pt x="1624166" y="143941"/>
                </a:lnTo>
                <a:lnTo>
                  <a:pt x="1507826" y="149673"/>
                </a:lnTo>
                <a:lnTo>
                  <a:pt x="1387098" y="155212"/>
                </a:lnTo>
                <a:lnTo>
                  <a:pt x="1259787" y="160462"/>
                </a:lnTo>
                <a:lnTo>
                  <a:pt x="1123700" y="165324"/>
                </a:lnTo>
                <a:lnTo>
                  <a:pt x="976642" y="169704"/>
                </a:lnTo>
                <a:lnTo>
                  <a:pt x="816419" y="173504"/>
                </a:lnTo>
                <a:lnTo>
                  <a:pt x="640838" y="176628"/>
                </a:lnTo>
                <a:lnTo>
                  <a:pt x="447704" y="178978"/>
                </a:lnTo>
                <a:lnTo>
                  <a:pt x="234822" y="180460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8B854-BAD6-4CE8-B9A9-EBEF400E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786188"/>
            <a:ext cx="3476625" cy="847725"/>
          </a:xfrm>
          <a:custGeom xmlns:a="http://schemas.openxmlformats.org/drawingml/2006/main">
            <a:pathLst>
              <a:path w="3476625" h="847725">
                <a:moveTo>
                  <a:pt x="0" y="85725"/>
                </a:moveTo>
                <a:lnTo>
                  <a:pt x="234822" y="85210"/>
                </a:lnTo>
                <a:lnTo>
                  <a:pt x="447704" y="83728"/>
                </a:lnTo>
                <a:lnTo>
                  <a:pt x="640838" y="81378"/>
                </a:lnTo>
                <a:lnTo>
                  <a:pt x="816419" y="78254"/>
                </a:lnTo>
                <a:lnTo>
                  <a:pt x="976642" y="74454"/>
                </a:lnTo>
                <a:lnTo>
                  <a:pt x="1123700" y="70074"/>
                </a:lnTo>
                <a:lnTo>
                  <a:pt x="1259787" y="65212"/>
                </a:lnTo>
                <a:lnTo>
                  <a:pt x="1387098" y="59962"/>
                </a:lnTo>
                <a:lnTo>
                  <a:pt x="1507826" y="54423"/>
                </a:lnTo>
                <a:lnTo>
                  <a:pt x="1624166" y="48691"/>
                </a:lnTo>
                <a:lnTo>
                  <a:pt x="1738313" y="42863"/>
                </a:lnTo>
                <a:lnTo>
                  <a:pt x="1852459" y="37034"/>
                </a:lnTo>
                <a:lnTo>
                  <a:pt x="1968799" y="31302"/>
                </a:lnTo>
                <a:lnTo>
                  <a:pt x="2089527" y="25763"/>
                </a:lnTo>
                <a:lnTo>
                  <a:pt x="2216838" y="20513"/>
                </a:lnTo>
                <a:lnTo>
                  <a:pt x="2352925" y="15651"/>
                </a:lnTo>
                <a:lnTo>
                  <a:pt x="2499983" y="11271"/>
                </a:lnTo>
                <a:lnTo>
                  <a:pt x="2660206" y="7471"/>
                </a:lnTo>
                <a:lnTo>
                  <a:pt x="2835787" y="4347"/>
                </a:lnTo>
                <a:lnTo>
                  <a:pt x="3028921" y="1997"/>
                </a:lnTo>
                <a:lnTo>
                  <a:pt x="3241803" y="515"/>
                </a:lnTo>
                <a:lnTo>
                  <a:pt x="3476625" y="0"/>
                </a:lnTo>
                <a:lnTo>
                  <a:pt x="3476625" y="762000"/>
                </a:lnTo>
                <a:lnTo>
                  <a:pt x="3241803" y="762515"/>
                </a:lnTo>
                <a:lnTo>
                  <a:pt x="3028921" y="763997"/>
                </a:lnTo>
                <a:lnTo>
                  <a:pt x="2835787" y="766347"/>
                </a:lnTo>
                <a:lnTo>
                  <a:pt x="2660206" y="769471"/>
                </a:lnTo>
                <a:lnTo>
                  <a:pt x="2499983" y="773271"/>
                </a:lnTo>
                <a:lnTo>
                  <a:pt x="2352925" y="777651"/>
                </a:lnTo>
                <a:lnTo>
                  <a:pt x="2216838" y="782513"/>
                </a:lnTo>
                <a:lnTo>
                  <a:pt x="2089527" y="787763"/>
                </a:lnTo>
                <a:lnTo>
                  <a:pt x="1968799" y="793302"/>
                </a:lnTo>
                <a:lnTo>
                  <a:pt x="1852459" y="799034"/>
                </a:lnTo>
                <a:lnTo>
                  <a:pt x="1738313" y="804863"/>
                </a:lnTo>
                <a:lnTo>
                  <a:pt x="1624166" y="810691"/>
                </a:lnTo>
                <a:lnTo>
                  <a:pt x="1507826" y="816423"/>
                </a:lnTo>
                <a:lnTo>
                  <a:pt x="1387098" y="821962"/>
                </a:lnTo>
                <a:lnTo>
                  <a:pt x="1259787" y="827212"/>
                </a:lnTo>
                <a:lnTo>
                  <a:pt x="1123700" y="832074"/>
                </a:lnTo>
                <a:lnTo>
                  <a:pt x="976642" y="836454"/>
                </a:lnTo>
                <a:lnTo>
                  <a:pt x="816419" y="840254"/>
                </a:lnTo>
                <a:lnTo>
                  <a:pt x="640838" y="843378"/>
                </a:lnTo>
                <a:lnTo>
                  <a:pt x="447704" y="845728"/>
                </a:lnTo>
                <a:lnTo>
                  <a:pt x="234822" y="847210"/>
                </a:lnTo>
                <a:lnTo>
                  <a:pt x="0" y="847725"/>
                </a:lnTo>
                <a:close/>
              </a:path>
            </a:pathLst>
          </a:custGeom>
          <a:solidFill xmlns:a="http://schemas.openxmlformats.org/drawingml/2006/main">
            <a:srgbClr val="D7191C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C551C-752C-41B8-BA98-B44A01C0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95813"/>
            <a:ext cx="3476625" cy="133350"/>
          </a:xfrm>
          <a:custGeom xmlns:a="http://schemas.openxmlformats.org/drawingml/2006/main">
            <a:pathLst>
              <a:path w="3476625" h="133350">
                <a:moveTo>
                  <a:pt x="0" y="38100"/>
                </a:moveTo>
                <a:lnTo>
                  <a:pt x="234822" y="37871"/>
                </a:lnTo>
                <a:lnTo>
                  <a:pt x="447704" y="37213"/>
                </a:lnTo>
                <a:lnTo>
                  <a:pt x="640838" y="36168"/>
                </a:lnTo>
                <a:lnTo>
                  <a:pt x="816419" y="34779"/>
                </a:lnTo>
                <a:lnTo>
                  <a:pt x="976642" y="33091"/>
                </a:lnTo>
                <a:lnTo>
                  <a:pt x="1123700" y="31144"/>
                </a:lnTo>
                <a:lnTo>
                  <a:pt x="1259787" y="28983"/>
                </a:lnTo>
                <a:lnTo>
                  <a:pt x="1387098" y="26650"/>
                </a:lnTo>
                <a:lnTo>
                  <a:pt x="1507826" y="24188"/>
                </a:lnTo>
                <a:lnTo>
                  <a:pt x="1624166" y="21641"/>
                </a:lnTo>
                <a:lnTo>
                  <a:pt x="1738313" y="19050"/>
                </a:lnTo>
                <a:lnTo>
                  <a:pt x="1852459" y="16459"/>
                </a:lnTo>
                <a:lnTo>
                  <a:pt x="1968799" y="13912"/>
                </a:lnTo>
                <a:lnTo>
                  <a:pt x="2089527" y="11450"/>
                </a:lnTo>
                <a:lnTo>
                  <a:pt x="2216838" y="9117"/>
                </a:lnTo>
                <a:lnTo>
                  <a:pt x="2352925" y="6956"/>
                </a:lnTo>
                <a:lnTo>
                  <a:pt x="2499983" y="5009"/>
                </a:lnTo>
                <a:lnTo>
                  <a:pt x="2660206" y="3321"/>
                </a:lnTo>
                <a:lnTo>
                  <a:pt x="2835787" y="1932"/>
                </a:lnTo>
                <a:lnTo>
                  <a:pt x="3028921" y="887"/>
                </a:lnTo>
                <a:lnTo>
                  <a:pt x="3241803" y="229"/>
                </a:lnTo>
                <a:lnTo>
                  <a:pt x="3476625" y="0"/>
                </a:lnTo>
                <a:lnTo>
                  <a:pt x="3476625" y="95250"/>
                </a:lnTo>
                <a:lnTo>
                  <a:pt x="3241803" y="95479"/>
                </a:lnTo>
                <a:lnTo>
                  <a:pt x="3028921" y="96137"/>
                </a:lnTo>
                <a:lnTo>
                  <a:pt x="2835787" y="97182"/>
                </a:lnTo>
                <a:lnTo>
                  <a:pt x="2660206" y="98571"/>
                </a:lnTo>
                <a:lnTo>
                  <a:pt x="2499983" y="100259"/>
                </a:lnTo>
                <a:lnTo>
                  <a:pt x="2352925" y="102206"/>
                </a:lnTo>
                <a:lnTo>
                  <a:pt x="2216838" y="104367"/>
                </a:lnTo>
                <a:lnTo>
                  <a:pt x="2089527" y="106700"/>
                </a:lnTo>
                <a:lnTo>
                  <a:pt x="1968799" y="109162"/>
                </a:lnTo>
                <a:lnTo>
                  <a:pt x="1852459" y="111709"/>
                </a:lnTo>
                <a:lnTo>
                  <a:pt x="1738313" y="114300"/>
                </a:lnTo>
                <a:lnTo>
                  <a:pt x="1624166" y="116891"/>
                </a:lnTo>
                <a:lnTo>
                  <a:pt x="1507826" y="119438"/>
                </a:lnTo>
                <a:lnTo>
                  <a:pt x="1387098" y="121900"/>
                </a:lnTo>
                <a:lnTo>
                  <a:pt x="1259787" y="124233"/>
                </a:lnTo>
                <a:lnTo>
                  <a:pt x="1123700" y="126394"/>
                </a:lnTo>
                <a:lnTo>
                  <a:pt x="976642" y="128341"/>
                </a:lnTo>
                <a:lnTo>
                  <a:pt x="816419" y="130029"/>
                </a:lnTo>
                <a:lnTo>
                  <a:pt x="640838" y="131418"/>
                </a:lnTo>
                <a:lnTo>
                  <a:pt x="447704" y="132463"/>
                </a:lnTo>
                <a:lnTo>
                  <a:pt x="234822" y="133121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0B6B3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94D1C-525D-40BB-864F-B4C13C79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91063"/>
            <a:ext cx="3476625" cy="228600"/>
          </a:xfrm>
          <a:custGeom xmlns:a="http://schemas.openxmlformats.org/drawingml/2006/main">
            <a:pathLst>
              <a:path w="3476625" h="228600">
                <a:moveTo>
                  <a:pt x="0" y="38100"/>
                </a:moveTo>
                <a:lnTo>
                  <a:pt x="234822" y="37871"/>
                </a:lnTo>
                <a:lnTo>
                  <a:pt x="447704" y="37213"/>
                </a:lnTo>
                <a:lnTo>
                  <a:pt x="640838" y="36168"/>
                </a:lnTo>
                <a:lnTo>
                  <a:pt x="816419" y="34779"/>
                </a:lnTo>
                <a:lnTo>
                  <a:pt x="976642" y="33091"/>
                </a:lnTo>
                <a:lnTo>
                  <a:pt x="1123700" y="31144"/>
                </a:lnTo>
                <a:lnTo>
                  <a:pt x="1259787" y="28983"/>
                </a:lnTo>
                <a:lnTo>
                  <a:pt x="1387098" y="26650"/>
                </a:lnTo>
                <a:lnTo>
                  <a:pt x="1507826" y="24188"/>
                </a:lnTo>
                <a:lnTo>
                  <a:pt x="1624166" y="21641"/>
                </a:lnTo>
                <a:lnTo>
                  <a:pt x="1738313" y="19050"/>
                </a:lnTo>
                <a:lnTo>
                  <a:pt x="1852459" y="16459"/>
                </a:lnTo>
                <a:lnTo>
                  <a:pt x="1968799" y="13912"/>
                </a:lnTo>
                <a:lnTo>
                  <a:pt x="2089527" y="11450"/>
                </a:lnTo>
                <a:lnTo>
                  <a:pt x="2216838" y="9117"/>
                </a:lnTo>
                <a:lnTo>
                  <a:pt x="2352925" y="6956"/>
                </a:lnTo>
                <a:lnTo>
                  <a:pt x="2499983" y="5009"/>
                </a:lnTo>
                <a:lnTo>
                  <a:pt x="2660206" y="3321"/>
                </a:lnTo>
                <a:lnTo>
                  <a:pt x="2835787" y="1932"/>
                </a:lnTo>
                <a:lnTo>
                  <a:pt x="3028921" y="887"/>
                </a:lnTo>
                <a:lnTo>
                  <a:pt x="3241803" y="229"/>
                </a:lnTo>
                <a:lnTo>
                  <a:pt x="3476625" y="0"/>
                </a:lnTo>
                <a:lnTo>
                  <a:pt x="3476625" y="190500"/>
                </a:lnTo>
                <a:lnTo>
                  <a:pt x="3241803" y="190729"/>
                </a:lnTo>
                <a:lnTo>
                  <a:pt x="3028921" y="191387"/>
                </a:lnTo>
                <a:lnTo>
                  <a:pt x="2835787" y="192432"/>
                </a:lnTo>
                <a:lnTo>
                  <a:pt x="2660206" y="193821"/>
                </a:lnTo>
                <a:lnTo>
                  <a:pt x="2499983" y="195509"/>
                </a:lnTo>
                <a:lnTo>
                  <a:pt x="2352925" y="197456"/>
                </a:lnTo>
                <a:lnTo>
                  <a:pt x="2216838" y="199617"/>
                </a:lnTo>
                <a:lnTo>
                  <a:pt x="2089527" y="201950"/>
                </a:lnTo>
                <a:lnTo>
                  <a:pt x="1968799" y="204412"/>
                </a:lnTo>
                <a:lnTo>
                  <a:pt x="1852459" y="206959"/>
                </a:lnTo>
                <a:lnTo>
                  <a:pt x="1738313" y="209550"/>
                </a:lnTo>
                <a:lnTo>
                  <a:pt x="1624166" y="212141"/>
                </a:lnTo>
                <a:lnTo>
                  <a:pt x="1507826" y="214688"/>
                </a:lnTo>
                <a:lnTo>
                  <a:pt x="1387098" y="217150"/>
                </a:lnTo>
                <a:lnTo>
                  <a:pt x="1259787" y="219483"/>
                </a:lnTo>
                <a:lnTo>
                  <a:pt x="1123700" y="221644"/>
                </a:lnTo>
                <a:lnTo>
                  <a:pt x="976642" y="223591"/>
                </a:lnTo>
                <a:lnTo>
                  <a:pt x="816419" y="225279"/>
                </a:lnTo>
                <a:lnTo>
                  <a:pt x="640838" y="226668"/>
                </a:lnTo>
                <a:lnTo>
                  <a:pt x="447704" y="227713"/>
                </a:lnTo>
                <a:lnTo>
                  <a:pt x="234822" y="228371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EDF32-B4A5-4E8B-A051-2E8ACCE8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19663"/>
            <a:ext cx="3476625" cy="104775"/>
          </a:xfrm>
          <a:custGeom xmlns:a="http://schemas.openxmlformats.org/drawingml/2006/main">
            <a:pathLst>
              <a:path w="3476625" h="104775">
                <a:moveTo>
                  <a:pt x="0" y="0"/>
                </a:moveTo>
                <a:lnTo>
                  <a:pt x="234822" y="57"/>
                </a:lnTo>
                <a:lnTo>
                  <a:pt x="447704" y="222"/>
                </a:lnTo>
                <a:lnTo>
                  <a:pt x="640838" y="483"/>
                </a:lnTo>
                <a:lnTo>
                  <a:pt x="816419" y="830"/>
                </a:lnTo>
                <a:lnTo>
                  <a:pt x="976642" y="1252"/>
                </a:lnTo>
                <a:lnTo>
                  <a:pt x="1123700" y="1739"/>
                </a:lnTo>
                <a:lnTo>
                  <a:pt x="1259787" y="2279"/>
                </a:lnTo>
                <a:lnTo>
                  <a:pt x="1387098" y="2863"/>
                </a:lnTo>
                <a:lnTo>
                  <a:pt x="1507826" y="3478"/>
                </a:lnTo>
                <a:lnTo>
                  <a:pt x="1624166" y="4115"/>
                </a:lnTo>
                <a:lnTo>
                  <a:pt x="1738313" y="4763"/>
                </a:lnTo>
                <a:lnTo>
                  <a:pt x="1852459" y="5410"/>
                </a:lnTo>
                <a:lnTo>
                  <a:pt x="1968799" y="6047"/>
                </a:lnTo>
                <a:lnTo>
                  <a:pt x="2089527" y="6662"/>
                </a:lnTo>
                <a:lnTo>
                  <a:pt x="2216838" y="7246"/>
                </a:lnTo>
                <a:lnTo>
                  <a:pt x="2352925" y="7786"/>
                </a:lnTo>
                <a:lnTo>
                  <a:pt x="2499983" y="8273"/>
                </a:lnTo>
                <a:lnTo>
                  <a:pt x="2660206" y="8695"/>
                </a:lnTo>
                <a:lnTo>
                  <a:pt x="2835787" y="9042"/>
                </a:lnTo>
                <a:lnTo>
                  <a:pt x="3028921" y="9303"/>
                </a:lnTo>
                <a:lnTo>
                  <a:pt x="3241803" y="9468"/>
                </a:lnTo>
                <a:lnTo>
                  <a:pt x="3476625" y="9525"/>
                </a:lnTo>
                <a:lnTo>
                  <a:pt x="3476625" y="104775"/>
                </a:lnTo>
                <a:lnTo>
                  <a:pt x="3241803" y="104718"/>
                </a:lnTo>
                <a:lnTo>
                  <a:pt x="3028921" y="104553"/>
                </a:lnTo>
                <a:lnTo>
                  <a:pt x="2835787" y="104292"/>
                </a:lnTo>
                <a:lnTo>
                  <a:pt x="2660206" y="103945"/>
                </a:lnTo>
                <a:lnTo>
                  <a:pt x="2499983" y="103523"/>
                </a:lnTo>
                <a:lnTo>
                  <a:pt x="2352925" y="103036"/>
                </a:lnTo>
                <a:lnTo>
                  <a:pt x="2216838" y="102496"/>
                </a:lnTo>
                <a:lnTo>
                  <a:pt x="2089527" y="101912"/>
                </a:lnTo>
                <a:lnTo>
                  <a:pt x="1968799" y="101297"/>
                </a:lnTo>
                <a:lnTo>
                  <a:pt x="1852459" y="100660"/>
                </a:lnTo>
                <a:lnTo>
                  <a:pt x="1738313" y="100013"/>
                </a:lnTo>
                <a:lnTo>
                  <a:pt x="1624166" y="99365"/>
                </a:lnTo>
                <a:lnTo>
                  <a:pt x="1507826" y="98728"/>
                </a:lnTo>
                <a:lnTo>
                  <a:pt x="1387098" y="98113"/>
                </a:lnTo>
                <a:lnTo>
                  <a:pt x="1259787" y="97529"/>
                </a:lnTo>
                <a:lnTo>
                  <a:pt x="1123700" y="96989"/>
                </a:lnTo>
                <a:lnTo>
                  <a:pt x="976642" y="96502"/>
                </a:lnTo>
                <a:lnTo>
                  <a:pt x="816419" y="96080"/>
                </a:lnTo>
                <a:lnTo>
                  <a:pt x="640838" y="95733"/>
                </a:lnTo>
                <a:lnTo>
                  <a:pt x="447704" y="95472"/>
                </a:lnTo>
                <a:lnTo>
                  <a:pt x="234822" y="95307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B6B3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2FC4D-4257-403F-B62E-94B004E6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14913"/>
            <a:ext cx="3476625" cy="104775"/>
          </a:xfrm>
          <a:custGeom xmlns:a="http://schemas.openxmlformats.org/drawingml/2006/main">
            <a:pathLst>
              <a:path w="3476625" h="104775">
                <a:moveTo>
                  <a:pt x="0" y="0"/>
                </a:moveTo>
                <a:lnTo>
                  <a:pt x="234822" y="57"/>
                </a:lnTo>
                <a:lnTo>
                  <a:pt x="447704" y="222"/>
                </a:lnTo>
                <a:lnTo>
                  <a:pt x="640838" y="483"/>
                </a:lnTo>
                <a:lnTo>
                  <a:pt x="816419" y="830"/>
                </a:lnTo>
                <a:lnTo>
                  <a:pt x="976642" y="1252"/>
                </a:lnTo>
                <a:lnTo>
                  <a:pt x="1123700" y="1739"/>
                </a:lnTo>
                <a:lnTo>
                  <a:pt x="1259787" y="2279"/>
                </a:lnTo>
                <a:lnTo>
                  <a:pt x="1387098" y="2863"/>
                </a:lnTo>
                <a:lnTo>
                  <a:pt x="1507826" y="3478"/>
                </a:lnTo>
                <a:lnTo>
                  <a:pt x="1624166" y="4115"/>
                </a:lnTo>
                <a:lnTo>
                  <a:pt x="1738313" y="4763"/>
                </a:lnTo>
                <a:lnTo>
                  <a:pt x="1852459" y="5410"/>
                </a:lnTo>
                <a:lnTo>
                  <a:pt x="1968799" y="6047"/>
                </a:lnTo>
                <a:lnTo>
                  <a:pt x="2089527" y="6662"/>
                </a:lnTo>
                <a:lnTo>
                  <a:pt x="2216838" y="7246"/>
                </a:lnTo>
                <a:lnTo>
                  <a:pt x="2352925" y="7786"/>
                </a:lnTo>
                <a:lnTo>
                  <a:pt x="2499983" y="8273"/>
                </a:lnTo>
                <a:lnTo>
                  <a:pt x="2660206" y="8695"/>
                </a:lnTo>
                <a:lnTo>
                  <a:pt x="2835787" y="9042"/>
                </a:lnTo>
                <a:lnTo>
                  <a:pt x="3028921" y="9303"/>
                </a:lnTo>
                <a:lnTo>
                  <a:pt x="3241803" y="9468"/>
                </a:lnTo>
                <a:lnTo>
                  <a:pt x="3476625" y="9525"/>
                </a:lnTo>
                <a:lnTo>
                  <a:pt x="3476625" y="104775"/>
                </a:lnTo>
                <a:lnTo>
                  <a:pt x="3241803" y="104718"/>
                </a:lnTo>
                <a:lnTo>
                  <a:pt x="3028921" y="104553"/>
                </a:lnTo>
                <a:lnTo>
                  <a:pt x="2835787" y="104292"/>
                </a:lnTo>
                <a:lnTo>
                  <a:pt x="2660206" y="103945"/>
                </a:lnTo>
                <a:lnTo>
                  <a:pt x="2499983" y="103523"/>
                </a:lnTo>
                <a:lnTo>
                  <a:pt x="2352925" y="103036"/>
                </a:lnTo>
                <a:lnTo>
                  <a:pt x="2216838" y="102496"/>
                </a:lnTo>
                <a:lnTo>
                  <a:pt x="2089527" y="101912"/>
                </a:lnTo>
                <a:lnTo>
                  <a:pt x="1968799" y="101297"/>
                </a:lnTo>
                <a:lnTo>
                  <a:pt x="1852459" y="100660"/>
                </a:lnTo>
                <a:lnTo>
                  <a:pt x="1738313" y="100013"/>
                </a:lnTo>
                <a:lnTo>
                  <a:pt x="1624166" y="99365"/>
                </a:lnTo>
                <a:lnTo>
                  <a:pt x="1507826" y="98728"/>
                </a:lnTo>
                <a:lnTo>
                  <a:pt x="1387098" y="98113"/>
                </a:lnTo>
                <a:lnTo>
                  <a:pt x="1259787" y="97529"/>
                </a:lnTo>
                <a:lnTo>
                  <a:pt x="1123700" y="96989"/>
                </a:lnTo>
                <a:lnTo>
                  <a:pt x="976642" y="96502"/>
                </a:lnTo>
                <a:lnTo>
                  <a:pt x="816419" y="96080"/>
                </a:lnTo>
                <a:lnTo>
                  <a:pt x="640838" y="95733"/>
                </a:lnTo>
                <a:lnTo>
                  <a:pt x="447704" y="95472"/>
                </a:lnTo>
                <a:lnTo>
                  <a:pt x="234822" y="95307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32207-8C8D-406D-8375-47489C0C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10163"/>
            <a:ext cx="3476625" cy="104775"/>
          </a:xfrm>
          <a:custGeom xmlns:a="http://schemas.openxmlformats.org/drawingml/2006/main">
            <a:pathLst>
              <a:path w="3476625" h="104775">
                <a:moveTo>
                  <a:pt x="0" y="0"/>
                </a:moveTo>
                <a:lnTo>
                  <a:pt x="234822" y="57"/>
                </a:lnTo>
                <a:lnTo>
                  <a:pt x="447704" y="222"/>
                </a:lnTo>
                <a:lnTo>
                  <a:pt x="640838" y="483"/>
                </a:lnTo>
                <a:lnTo>
                  <a:pt x="816419" y="830"/>
                </a:lnTo>
                <a:lnTo>
                  <a:pt x="976642" y="1252"/>
                </a:lnTo>
                <a:lnTo>
                  <a:pt x="1123700" y="1739"/>
                </a:lnTo>
                <a:lnTo>
                  <a:pt x="1259787" y="2279"/>
                </a:lnTo>
                <a:lnTo>
                  <a:pt x="1387098" y="2863"/>
                </a:lnTo>
                <a:lnTo>
                  <a:pt x="1507826" y="3478"/>
                </a:lnTo>
                <a:lnTo>
                  <a:pt x="1624166" y="4115"/>
                </a:lnTo>
                <a:lnTo>
                  <a:pt x="1738313" y="4763"/>
                </a:lnTo>
                <a:lnTo>
                  <a:pt x="1852459" y="5410"/>
                </a:lnTo>
                <a:lnTo>
                  <a:pt x="1968799" y="6047"/>
                </a:lnTo>
                <a:lnTo>
                  <a:pt x="2089527" y="6662"/>
                </a:lnTo>
                <a:lnTo>
                  <a:pt x="2216838" y="7246"/>
                </a:lnTo>
                <a:lnTo>
                  <a:pt x="2352925" y="7786"/>
                </a:lnTo>
                <a:lnTo>
                  <a:pt x="2499983" y="8273"/>
                </a:lnTo>
                <a:lnTo>
                  <a:pt x="2660206" y="8695"/>
                </a:lnTo>
                <a:lnTo>
                  <a:pt x="2835787" y="9042"/>
                </a:lnTo>
                <a:lnTo>
                  <a:pt x="3028921" y="9303"/>
                </a:lnTo>
                <a:lnTo>
                  <a:pt x="3241803" y="9468"/>
                </a:lnTo>
                <a:lnTo>
                  <a:pt x="3476625" y="9525"/>
                </a:lnTo>
                <a:lnTo>
                  <a:pt x="3476625" y="104775"/>
                </a:lnTo>
                <a:lnTo>
                  <a:pt x="3241803" y="104718"/>
                </a:lnTo>
                <a:lnTo>
                  <a:pt x="3028921" y="104553"/>
                </a:lnTo>
                <a:lnTo>
                  <a:pt x="2835787" y="104292"/>
                </a:lnTo>
                <a:lnTo>
                  <a:pt x="2660206" y="103945"/>
                </a:lnTo>
                <a:lnTo>
                  <a:pt x="2499983" y="103523"/>
                </a:lnTo>
                <a:lnTo>
                  <a:pt x="2352925" y="103036"/>
                </a:lnTo>
                <a:lnTo>
                  <a:pt x="2216838" y="102496"/>
                </a:lnTo>
                <a:lnTo>
                  <a:pt x="2089527" y="101912"/>
                </a:lnTo>
                <a:lnTo>
                  <a:pt x="1968799" y="101297"/>
                </a:lnTo>
                <a:lnTo>
                  <a:pt x="1852459" y="100660"/>
                </a:lnTo>
                <a:lnTo>
                  <a:pt x="1738313" y="100013"/>
                </a:lnTo>
                <a:lnTo>
                  <a:pt x="1624166" y="99365"/>
                </a:lnTo>
                <a:lnTo>
                  <a:pt x="1507826" y="98728"/>
                </a:lnTo>
                <a:lnTo>
                  <a:pt x="1387098" y="98113"/>
                </a:lnTo>
                <a:lnTo>
                  <a:pt x="1259787" y="97529"/>
                </a:lnTo>
                <a:lnTo>
                  <a:pt x="1123700" y="96989"/>
                </a:lnTo>
                <a:lnTo>
                  <a:pt x="976642" y="96502"/>
                </a:lnTo>
                <a:lnTo>
                  <a:pt x="816419" y="96080"/>
                </a:lnTo>
                <a:lnTo>
                  <a:pt x="640838" y="95733"/>
                </a:lnTo>
                <a:lnTo>
                  <a:pt x="447704" y="95472"/>
                </a:lnTo>
                <a:lnTo>
                  <a:pt x="234822" y="95307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8B8F96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C4C2D-6512-4895-BB50-F018F6DE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05413"/>
            <a:ext cx="3476625" cy="247650"/>
          </a:xfrm>
          <a:custGeom xmlns:a="http://schemas.openxmlformats.org/drawingml/2006/main">
            <a:pathLst>
              <a:path w="3476625" h="247650">
                <a:moveTo>
                  <a:pt x="0" y="0"/>
                </a:moveTo>
                <a:lnTo>
                  <a:pt x="234822" y="344"/>
                </a:lnTo>
                <a:lnTo>
                  <a:pt x="447704" y="1331"/>
                </a:lnTo>
                <a:lnTo>
                  <a:pt x="640838" y="2898"/>
                </a:lnTo>
                <a:lnTo>
                  <a:pt x="816419" y="4981"/>
                </a:lnTo>
                <a:lnTo>
                  <a:pt x="976642" y="7514"/>
                </a:lnTo>
                <a:lnTo>
                  <a:pt x="1123700" y="10434"/>
                </a:lnTo>
                <a:lnTo>
                  <a:pt x="1259787" y="13676"/>
                </a:lnTo>
                <a:lnTo>
                  <a:pt x="1387098" y="17175"/>
                </a:lnTo>
                <a:lnTo>
                  <a:pt x="1507826" y="20868"/>
                </a:lnTo>
                <a:lnTo>
                  <a:pt x="1624166" y="24689"/>
                </a:lnTo>
                <a:lnTo>
                  <a:pt x="1738313" y="28575"/>
                </a:lnTo>
                <a:lnTo>
                  <a:pt x="1852459" y="32461"/>
                </a:lnTo>
                <a:lnTo>
                  <a:pt x="1968799" y="36282"/>
                </a:lnTo>
                <a:lnTo>
                  <a:pt x="2089527" y="39975"/>
                </a:lnTo>
                <a:lnTo>
                  <a:pt x="2216838" y="43474"/>
                </a:lnTo>
                <a:lnTo>
                  <a:pt x="2352925" y="46716"/>
                </a:lnTo>
                <a:lnTo>
                  <a:pt x="2499983" y="49636"/>
                </a:lnTo>
                <a:lnTo>
                  <a:pt x="2660206" y="52169"/>
                </a:lnTo>
                <a:lnTo>
                  <a:pt x="2835787" y="54252"/>
                </a:lnTo>
                <a:lnTo>
                  <a:pt x="3028921" y="55819"/>
                </a:lnTo>
                <a:lnTo>
                  <a:pt x="3241803" y="56806"/>
                </a:lnTo>
                <a:lnTo>
                  <a:pt x="3476625" y="57150"/>
                </a:lnTo>
                <a:lnTo>
                  <a:pt x="3476625" y="247650"/>
                </a:lnTo>
                <a:lnTo>
                  <a:pt x="3241803" y="247306"/>
                </a:lnTo>
                <a:lnTo>
                  <a:pt x="3028921" y="246319"/>
                </a:lnTo>
                <a:lnTo>
                  <a:pt x="2835787" y="244752"/>
                </a:lnTo>
                <a:lnTo>
                  <a:pt x="2660206" y="242669"/>
                </a:lnTo>
                <a:lnTo>
                  <a:pt x="2499983" y="240136"/>
                </a:lnTo>
                <a:lnTo>
                  <a:pt x="2352925" y="237216"/>
                </a:lnTo>
                <a:lnTo>
                  <a:pt x="2216838" y="233974"/>
                </a:lnTo>
                <a:lnTo>
                  <a:pt x="2089527" y="230475"/>
                </a:lnTo>
                <a:lnTo>
                  <a:pt x="1968799" y="226782"/>
                </a:lnTo>
                <a:lnTo>
                  <a:pt x="1852459" y="222961"/>
                </a:lnTo>
                <a:lnTo>
                  <a:pt x="1738313" y="219075"/>
                </a:lnTo>
                <a:lnTo>
                  <a:pt x="1624166" y="215189"/>
                </a:lnTo>
                <a:lnTo>
                  <a:pt x="1507826" y="211368"/>
                </a:lnTo>
                <a:lnTo>
                  <a:pt x="1387098" y="207675"/>
                </a:lnTo>
                <a:lnTo>
                  <a:pt x="1259787" y="204176"/>
                </a:lnTo>
                <a:lnTo>
                  <a:pt x="1123700" y="200934"/>
                </a:lnTo>
                <a:lnTo>
                  <a:pt x="976642" y="198014"/>
                </a:lnTo>
                <a:lnTo>
                  <a:pt x="816419" y="195481"/>
                </a:lnTo>
                <a:lnTo>
                  <a:pt x="640838" y="193398"/>
                </a:lnTo>
                <a:lnTo>
                  <a:pt x="447704" y="191831"/>
                </a:lnTo>
                <a:lnTo>
                  <a:pt x="234822" y="190844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22145-DD62-41BE-AFD4-5029E06D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95913"/>
            <a:ext cx="3476625" cy="152400"/>
          </a:xfrm>
          <a:custGeom xmlns:a="http://schemas.openxmlformats.org/drawingml/2006/main">
            <a:pathLst>
              <a:path w="3476625" h="152400">
                <a:moveTo>
                  <a:pt x="0" y="0"/>
                </a:moveTo>
                <a:lnTo>
                  <a:pt x="234822" y="344"/>
                </a:lnTo>
                <a:lnTo>
                  <a:pt x="447704" y="1331"/>
                </a:lnTo>
                <a:lnTo>
                  <a:pt x="640838" y="2898"/>
                </a:lnTo>
                <a:lnTo>
                  <a:pt x="816419" y="4981"/>
                </a:lnTo>
                <a:lnTo>
                  <a:pt x="976642" y="7514"/>
                </a:lnTo>
                <a:lnTo>
                  <a:pt x="1123700" y="10434"/>
                </a:lnTo>
                <a:lnTo>
                  <a:pt x="1259787" y="13676"/>
                </a:lnTo>
                <a:lnTo>
                  <a:pt x="1387098" y="17175"/>
                </a:lnTo>
                <a:lnTo>
                  <a:pt x="1507826" y="20868"/>
                </a:lnTo>
                <a:lnTo>
                  <a:pt x="1624166" y="24689"/>
                </a:lnTo>
                <a:lnTo>
                  <a:pt x="1738313" y="28575"/>
                </a:lnTo>
                <a:lnTo>
                  <a:pt x="1852459" y="32461"/>
                </a:lnTo>
                <a:lnTo>
                  <a:pt x="1968799" y="36282"/>
                </a:lnTo>
                <a:lnTo>
                  <a:pt x="2089527" y="39975"/>
                </a:lnTo>
                <a:lnTo>
                  <a:pt x="2216838" y="43474"/>
                </a:lnTo>
                <a:lnTo>
                  <a:pt x="2352925" y="46716"/>
                </a:lnTo>
                <a:lnTo>
                  <a:pt x="2499983" y="49636"/>
                </a:lnTo>
                <a:lnTo>
                  <a:pt x="2660206" y="52169"/>
                </a:lnTo>
                <a:lnTo>
                  <a:pt x="2835787" y="54252"/>
                </a:lnTo>
                <a:lnTo>
                  <a:pt x="3028921" y="55819"/>
                </a:lnTo>
                <a:lnTo>
                  <a:pt x="3241803" y="56806"/>
                </a:lnTo>
                <a:lnTo>
                  <a:pt x="3476625" y="57150"/>
                </a:lnTo>
                <a:lnTo>
                  <a:pt x="3476625" y="152400"/>
                </a:lnTo>
                <a:lnTo>
                  <a:pt x="3241803" y="152056"/>
                </a:lnTo>
                <a:lnTo>
                  <a:pt x="3028921" y="151069"/>
                </a:lnTo>
                <a:lnTo>
                  <a:pt x="2835787" y="149502"/>
                </a:lnTo>
                <a:lnTo>
                  <a:pt x="2660206" y="147419"/>
                </a:lnTo>
                <a:lnTo>
                  <a:pt x="2499983" y="144886"/>
                </a:lnTo>
                <a:lnTo>
                  <a:pt x="2352925" y="141966"/>
                </a:lnTo>
                <a:lnTo>
                  <a:pt x="2216838" y="138724"/>
                </a:lnTo>
                <a:lnTo>
                  <a:pt x="2089527" y="135225"/>
                </a:lnTo>
                <a:lnTo>
                  <a:pt x="1968799" y="131532"/>
                </a:lnTo>
                <a:lnTo>
                  <a:pt x="1852459" y="127711"/>
                </a:lnTo>
                <a:lnTo>
                  <a:pt x="1738313" y="123825"/>
                </a:lnTo>
                <a:lnTo>
                  <a:pt x="1624166" y="119939"/>
                </a:lnTo>
                <a:lnTo>
                  <a:pt x="1507826" y="116118"/>
                </a:lnTo>
                <a:lnTo>
                  <a:pt x="1387098" y="112425"/>
                </a:lnTo>
                <a:lnTo>
                  <a:pt x="1259787" y="108926"/>
                </a:lnTo>
                <a:lnTo>
                  <a:pt x="1123700" y="105684"/>
                </a:lnTo>
                <a:lnTo>
                  <a:pt x="976642" y="102764"/>
                </a:lnTo>
                <a:lnTo>
                  <a:pt x="816419" y="100231"/>
                </a:lnTo>
                <a:lnTo>
                  <a:pt x="640838" y="98148"/>
                </a:lnTo>
                <a:lnTo>
                  <a:pt x="447704" y="96581"/>
                </a:lnTo>
                <a:lnTo>
                  <a:pt x="234822" y="95594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7F6F57-9D9C-4C5A-AC15-11EEB897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91163"/>
            <a:ext cx="3476625" cy="390525"/>
          </a:xfrm>
          <a:custGeom xmlns:a="http://schemas.openxmlformats.org/drawingml/2006/main">
            <a:pathLst>
              <a:path w="3476625" h="390525">
                <a:moveTo>
                  <a:pt x="0" y="0"/>
                </a:moveTo>
                <a:lnTo>
                  <a:pt x="234822" y="630"/>
                </a:lnTo>
                <a:lnTo>
                  <a:pt x="447704" y="2440"/>
                </a:lnTo>
                <a:lnTo>
                  <a:pt x="640838" y="5314"/>
                </a:lnTo>
                <a:lnTo>
                  <a:pt x="816419" y="9131"/>
                </a:lnTo>
                <a:lnTo>
                  <a:pt x="976642" y="13776"/>
                </a:lnTo>
                <a:lnTo>
                  <a:pt x="1123700" y="19129"/>
                </a:lnTo>
                <a:lnTo>
                  <a:pt x="1259787" y="25072"/>
                </a:lnTo>
                <a:lnTo>
                  <a:pt x="1387098" y="31488"/>
                </a:lnTo>
                <a:lnTo>
                  <a:pt x="1507826" y="38257"/>
                </a:lnTo>
                <a:lnTo>
                  <a:pt x="1624166" y="45263"/>
                </a:lnTo>
                <a:lnTo>
                  <a:pt x="1738313" y="52388"/>
                </a:lnTo>
                <a:lnTo>
                  <a:pt x="1852459" y="59512"/>
                </a:lnTo>
                <a:lnTo>
                  <a:pt x="1968799" y="66518"/>
                </a:lnTo>
                <a:lnTo>
                  <a:pt x="2089527" y="73287"/>
                </a:lnTo>
                <a:lnTo>
                  <a:pt x="2216838" y="79703"/>
                </a:lnTo>
                <a:lnTo>
                  <a:pt x="2352925" y="85646"/>
                </a:lnTo>
                <a:lnTo>
                  <a:pt x="2499983" y="90999"/>
                </a:lnTo>
                <a:lnTo>
                  <a:pt x="2660206" y="95644"/>
                </a:lnTo>
                <a:lnTo>
                  <a:pt x="2835787" y="99461"/>
                </a:lnTo>
                <a:lnTo>
                  <a:pt x="3028921" y="102335"/>
                </a:lnTo>
                <a:lnTo>
                  <a:pt x="3241803" y="104145"/>
                </a:lnTo>
                <a:lnTo>
                  <a:pt x="3476625" y="104775"/>
                </a:lnTo>
                <a:lnTo>
                  <a:pt x="3476625" y="390525"/>
                </a:lnTo>
                <a:lnTo>
                  <a:pt x="3241803" y="389895"/>
                </a:lnTo>
                <a:lnTo>
                  <a:pt x="3028921" y="388085"/>
                </a:lnTo>
                <a:lnTo>
                  <a:pt x="2835787" y="385211"/>
                </a:lnTo>
                <a:lnTo>
                  <a:pt x="2660206" y="381394"/>
                </a:lnTo>
                <a:lnTo>
                  <a:pt x="2499983" y="376749"/>
                </a:lnTo>
                <a:lnTo>
                  <a:pt x="2352925" y="371396"/>
                </a:lnTo>
                <a:lnTo>
                  <a:pt x="2216838" y="365453"/>
                </a:lnTo>
                <a:lnTo>
                  <a:pt x="2089527" y="359037"/>
                </a:lnTo>
                <a:lnTo>
                  <a:pt x="1968799" y="352268"/>
                </a:lnTo>
                <a:lnTo>
                  <a:pt x="1852459" y="345262"/>
                </a:lnTo>
                <a:lnTo>
                  <a:pt x="1738313" y="338138"/>
                </a:lnTo>
                <a:lnTo>
                  <a:pt x="1624166" y="331013"/>
                </a:lnTo>
                <a:lnTo>
                  <a:pt x="1507826" y="324007"/>
                </a:lnTo>
                <a:lnTo>
                  <a:pt x="1387098" y="317238"/>
                </a:lnTo>
                <a:lnTo>
                  <a:pt x="1259787" y="310822"/>
                </a:lnTo>
                <a:lnTo>
                  <a:pt x="1123700" y="304879"/>
                </a:lnTo>
                <a:lnTo>
                  <a:pt x="976642" y="299526"/>
                </a:lnTo>
                <a:lnTo>
                  <a:pt x="816419" y="294881"/>
                </a:lnTo>
                <a:lnTo>
                  <a:pt x="640838" y="291064"/>
                </a:lnTo>
                <a:lnTo>
                  <a:pt x="447704" y="288190"/>
                </a:lnTo>
                <a:lnTo>
                  <a:pt x="234822" y="286380"/>
                </a:lnTo>
                <a:lnTo>
                  <a:pt x="0" y="285750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18E03-1787-4215-BA9B-20368E0C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76913"/>
            <a:ext cx="3476625" cy="819150"/>
          </a:xfrm>
          <a:custGeom xmlns:a="http://schemas.openxmlformats.org/drawingml/2006/main">
            <a:pathLst>
              <a:path w="3476625" h="819150">
                <a:moveTo>
                  <a:pt x="0" y="0"/>
                </a:moveTo>
                <a:lnTo>
                  <a:pt x="234822" y="3779"/>
                </a:lnTo>
                <a:lnTo>
                  <a:pt x="447704" y="14642"/>
                </a:lnTo>
                <a:lnTo>
                  <a:pt x="640838" y="31881"/>
                </a:lnTo>
                <a:lnTo>
                  <a:pt x="816419" y="54788"/>
                </a:lnTo>
                <a:lnTo>
                  <a:pt x="976642" y="82655"/>
                </a:lnTo>
                <a:lnTo>
                  <a:pt x="1123700" y="114772"/>
                </a:lnTo>
                <a:lnTo>
                  <a:pt x="1259787" y="150432"/>
                </a:lnTo>
                <a:lnTo>
                  <a:pt x="1387098" y="188926"/>
                </a:lnTo>
                <a:lnTo>
                  <a:pt x="1507826" y="229545"/>
                </a:lnTo>
                <a:lnTo>
                  <a:pt x="1624166" y="271581"/>
                </a:lnTo>
                <a:lnTo>
                  <a:pt x="1738313" y="314325"/>
                </a:lnTo>
                <a:lnTo>
                  <a:pt x="1852459" y="357069"/>
                </a:lnTo>
                <a:lnTo>
                  <a:pt x="1968799" y="399105"/>
                </a:lnTo>
                <a:lnTo>
                  <a:pt x="2089527" y="439724"/>
                </a:lnTo>
                <a:lnTo>
                  <a:pt x="2216838" y="478218"/>
                </a:lnTo>
                <a:lnTo>
                  <a:pt x="2352925" y="513878"/>
                </a:lnTo>
                <a:lnTo>
                  <a:pt x="2499983" y="545995"/>
                </a:lnTo>
                <a:lnTo>
                  <a:pt x="2660206" y="573862"/>
                </a:lnTo>
                <a:lnTo>
                  <a:pt x="2835787" y="596769"/>
                </a:lnTo>
                <a:lnTo>
                  <a:pt x="3028921" y="614008"/>
                </a:lnTo>
                <a:lnTo>
                  <a:pt x="3241803" y="624871"/>
                </a:lnTo>
                <a:lnTo>
                  <a:pt x="3476625" y="628650"/>
                </a:lnTo>
                <a:lnTo>
                  <a:pt x="3476625" y="819150"/>
                </a:lnTo>
                <a:lnTo>
                  <a:pt x="3241803" y="815371"/>
                </a:lnTo>
                <a:lnTo>
                  <a:pt x="3028921" y="804508"/>
                </a:lnTo>
                <a:lnTo>
                  <a:pt x="2835787" y="787269"/>
                </a:lnTo>
                <a:lnTo>
                  <a:pt x="2660206" y="764362"/>
                </a:lnTo>
                <a:lnTo>
                  <a:pt x="2499983" y="736495"/>
                </a:lnTo>
                <a:lnTo>
                  <a:pt x="2352925" y="704378"/>
                </a:lnTo>
                <a:lnTo>
                  <a:pt x="2216838" y="668718"/>
                </a:lnTo>
                <a:lnTo>
                  <a:pt x="2089527" y="630224"/>
                </a:lnTo>
                <a:lnTo>
                  <a:pt x="1968799" y="589605"/>
                </a:lnTo>
                <a:lnTo>
                  <a:pt x="1852459" y="547569"/>
                </a:lnTo>
                <a:lnTo>
                  <a:pt x="1738313" y="504825"/>
                </a:lnTo>
                <a:lnTo>
                  <a:pt x="1624166" y="462081"/>
                </a:lnTo>
                <a:lnTo>
                  <a:pt x="1507826" y="420045"/>
                </a:lnTo>
                <a:lnTo>
                  <a:pt x="1387098" y="379426"/>
                </a:lnTo>
                <a:lnTo>
                  <a:pt x="1259787" y="340932"/>
                </a:lnTo>
                <a:lnTo>
                  <a:pt x="1123700" y="305272"/>
                </a:lnTo>
                <a:lnTo>
                  <a:pt x="976642" y="273155"/>
                </a:lnTo>
                <a:lnTo>
                  <a:pt x="816419" y="245288"/>
                </a:lnTo>
                <a:lnTo>
                  <a:pt x="640838" y="222381"/>
                </a:lnTo>
                <a:lnTo>
                  <a:pt x="447704" y="205142"/>
                </a:lnTo>
                <a:lnTo>
                  <a:pt x="234822" y="194279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C6FC2-4FBA-4DE6-9765-4D722FDF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67413"/>
            <a:ext cx="3476625" cy="1247775"/>
          </a:xfrm>
          <a:custGeom xmlns:a="http://schemas.openxmlformats.org/drawingml/2006/main">
            <a:pathLst>
              <a:path w="3476625" h="1247775">
                <a:moveTo>
                  <a:pt x="0" y="0"/>
                </a:moveTo>
                <a:lnTo>
                  <a:pt x="234822" y="6927"/>
                </a:lnTo>
                <a:lnTo>
                  <a:pt x="447704" y="26843"/>
                </a:lnTo>
                <a:lnTo>
                  <a:pt x="640838" y="58449"/>
                </a:lnTo>
                <a:lnTo>
                  <a:pt x="816419" y="100445"/>
                </a:lnTo>
                <a:lnTo>
                  <a:pt x="976642" y="151534"/>
                </a:lnTo>
                <a:lnTo>
                  <a:pt x="1123700" y="210416"/>
                </a:lnTo>
                <a:lnTo>
                  <a:pt x="1259787" y="275792"/>
                </a:lnTo>
                <a:lnTo>
                  <a:pt x="1387098" y="346364"/>
                </a:lnTo>
                <a:lnTo>
                  <a:pt x="1507826" y="420832"/>
                </a:lnTo>
                <a:lnTo>
                  <a:pt x="1624166" y="497898"/>
                </a:lnTo>
                <a:lnTo>
                  <a:pt x="1738313" y="576263"/>
                </a:lnTo>
                <a:lnTo>
                  <a:pt x="1852459" y="654627"/>
                </a:lnTo>
                <a:lnTo>
                  <a:pt x="1968799" y="731693"/>
                </a:lnTo>
                <a:lnTo>
                  <a:pt x="2089527" y="806161"/>
                </a:lnTo>
                <a:lnTo>
                  <a:pt x="2216838" y="876733"/>
                </a:lnTo>
                <a:lnTo>
                  <a:pt x="2352925" y="942109"/>
                </a:lnTo>
                <a:lnTo>
                  <a:pt x="2499983" y="1000991"/>
                </a:lnTo>
                <a:lnTo>
                  <a:pt x="2660206" y="1052080"/>
                </a:lnTo>
                <a:lnTo>
                  <a:pt x="2835787" y="1094076"/>
                </a:lnTo>
                <a:lnTo>
                  <a:pt x="3028921" y="1125682"/>
                </a:lnTo>
                <a:lnTo>
                  <a:pt x="3241803" y="1145598"/>
                </a:lnTo>
                <a:lnTo>
                  <a:pt x="3476625" y="1152525"/>
                </a:lnTo>
                <a:lnTo>
                  <a:pt x="3476625" y="1247775"/>
                </a:lnTo>
                <a:lnTo>
                  <a:pt x="3241803" y="1240848"/>
                </a:lnTo>
                <a:lnTo>
                  <a:pt x="3028921" y="1220932"/>
                </a:lnTo>
                <a:lnTo>
                  <a:pt x="2835787" y="1189326"/>
                </a:lnTo>
                <a:lnTo>
                  <a:pt x="2660206" y="1147330"/>
                </a:lnTo>
                <a:lnTo>
                  <a:pt x="2499983" y="1096241"/>
                </a:lnTo>
                <a:lnTo>
                  <a:pt x="2352925" y="1037359"/>
                </a:lnTo>
                <a:lnTo>
                  <a:pt x="2216838" y="971983"/>
                </a:lnTo>
                <a:lnTo>
                  <a:pt x="2089527" y="901411"/>
                </a:lnTo>
                <a:lnTo>
                  <a:pt x="1968799" y="826943"/>
                </a:lnTo>
                <a:lnTo>
                  <a:pt x="1852459" y="749877"/>
                </a:lnTo>
                <a:lnTo>
                  <a:pt x="1738313" y="671513"/>
                </a:lnTo>
                <a:lnTo>
                  <a:pt x="1624166" y="593148"/>
                </a:lnTo>
                <a:lnTo>
                  <a:pt x="1507826" y="516082"/>
                </a:lnTo>
                <a:lnTo>
                  <a:pt x="1387098" y="441614"/>
                </a:lnTo>
                <a:lnTo>
                  <a:pt x="1259787" y="371042"/>
                </a:lnTo>
                <a:lnTo>
                  <a:pt x="1123700" y="305666"/>
                </a:lnTo>
                <a:lnTo>
                  <a:pt x="976642" y="246784"/>
                </a:lnTo>
                <a:lnTo>
                  <a:pt x="816419" y="195695"/>
                </a:lnTo>
                <a:lnTo>
                  <a:pt x="640838" y="153699"/>
                </a:lnTo>
                <a:lnTo>
                  <a:pt x="447704" y="122093"/>
                </a:lnTo>
                <a:lnTo>
                  <a:pt x="234822" y="102177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FB3F7-3401-42AE-8B21-8356ECD8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062663"/>
            <a:ext cx="3476625" cy="1295400"/>
          </a:xfrm>
          <a:custGeom xmlns:a="http://schemas.openxmlformats.org/drawingml/2006/main">
            <a:pathLst>
              <a:path w="3476625" h="1295400">
                <a:moveTo>
                  <a:pt x="0" y="0"/>
                </a:moveTo>
                <a:lnTo>
                  <a:pt x="234822" y="7214"/>
                </a:lnTo>
                <a:lnTo>
                  <a:pt x="447704" y="27952"/>
                </a:lnTo>
                <a:lnTo>
                  <a:pt x="640838" y="60864"/>
                </a:lnTo>
                <a:lnTo>
                  <a:pt x="816419" y="104596"/>
                </a:lnTo>
                <a:lnTo>
                  <a:pt x="976642" y="157796"/>
                </a:lnTo>
                <a:lnTo>
                  <a:pt x="1123700" y="219111"/>
                </a:lnTo>
                <a:lnTo>
                  <a:pt x="1259787" y="287188"/>
                </a:lnTo>
                <a:lnTo>
                  <a:pt x="1387098" y="360676"/>
                </a:lnTo>
                <a:lnTo>
                  <a:pt x="1507826" y="438222"/>
                </a:lnTo>
                <a:lnTo>
                  <a:pt x="1624166" y="518472"/>
                </a:lnTo>
                <a:lnTo>
                  <a:pt x="1738313" y="600075"/>
                </a:lnTo>
                <a:lnTo>
                  <a:pt x="1852459" y="681678"/>
                </a:lnTo>
                <a:lnTo>
                  <a:pt x="1968799" y="761928"/>
                </a:lnTo>
                <a:lnTo>
                  <a:pt x="2089527" y="839474"/>
                </a:lnTo>
                <a:lnTo>
                  <a:pt x="2216838" y="912962"/>
                </a:lnTo>
                <a:lnTo>
                  <a:pt x="2352925" y="981039"/>
                </a:lnTo>
                <a:lnTo>
                  <a:pt x="2499983" y="1042354"/>
                </a:lnTo>
                <a:lnTo>
                  <a:pt x="2660206" y="1095554"/>
                </a:lnTo>
                <a:lnTo>
                  <a:pt x="2835787" y="1139286"/>
                </a:lnTo>
                <a:lnTo>
                  <a:pt x="3028921" y="1172198"/>
                </a:lnTo>
                <a:lnTo>
                  <a:pt x="3241803" y="1192936"/>
                </a:lnTo>
                <a:lnTo>
                  <a:pt x="3476625" y="1200150"/>
                </a:lnTo>
                <a:lnTo>
                  <a:pt x="3476625" y="1295400"/>
                </a:lnTo>
                <a:lnTo>
                  <a:pt x="3241803" y="1288186"/>
                </a:lnTo>
                <a:lnTo>
                  <a:pt x="3028921" y="1267448"/>
                </a:lnTo>
                <a:lnTo>
                  <a:pt x="2835787" y="1234536"/>
                </a:lnTo>
                <a:lnTo>
                  <a:pt x="2660206" y="1190804"/>
                </a:lnTo>
                <a:lnTo>
                  <a:pt x="2499983" y="1137604"/>
                </a:lnTo>
                <a:lnTo>
                  <a:pt x="2352925" y="1076289"/>
                </a:lnTo>
                <a:lnTo>
                  <a:pt x="2216838" y="1008212"/>
                </a:lnTo>
                <a:lnTo>
                  <a:pt x="2089527" y="934724"/>
                </a:lnTo>
                <a:lnTo>
                  <a:pt x="1968799" y="857178"/>
                </a:lnTo>
                <a:lnTo>
                  <a:pt x="1852459" y="776928"/>
                </a:lnTo>
                <a:lnTo>
                  <a:pt x="1738313" y="695325"/>
                </a:lnTo>
                <a:lnTo>
                  <a:pt x="1624166" y="613722"/>
                </a:lnTo>
                <a:lnTo>
                  <a:pt x="1507826" y="533472"/>
                </a:lnTo>
                <a:lnTo>
                  <a:pt x="1387098" y="455926"/>
                </a:lnTo>
                <a:lnTo>
                  <a:pt x="1259787" y="382438"/>
                </a:lnTo>
                <a:lnTo>
                  <a:pt x="1123700" y="314361"/>
                </a:lnTo>
                <a:lnTo>
                  <a:pt x="976642" y="253046"/>
                </a:lnTo>
                <a:lnTo>
                  <a:pt x="816419" y="199846"/>
                </a:lnTo>
                <a:lnTo>
                  <a:pt x="640838" y="156114"/>
                </a:lnTo>
                <a:lnTo>
                  <a:pt x="447704" y="123202"/>
                </a:lnTo>
                <a:lnTo>
                  <a:pt x="234822" y="102464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7822F3-0B48-4922-A5D8-F1F9D111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157913"/>
            <a:ext cx="3476625" cy="1485900"/>
          </a:xfrm>
          <a:custGeom xmlns:a="http://schemas.openxmlformats.org/drawingml/2006/main">
            <a:pathLst>
              <a:path w="3476625" h="1485900">
                <a:moveTo>
                  <a:pt x="0" y="0"/>
                </a:moveTo>
                <a:lnTo>
                  <a:pt x="234822" y="8359"/>
                </a:lnTo>
                <a:lnTo>
                  <a:pt x="447704" y="32389"/>
                </a:lnTo>
                <a:lnTo>
                  <a:pt x="640838" y="70525"/>
                </a:lnTo>
                <a:lnTo>
                  <a:pt x="816419" y="121199"/>
                </a:lnTo>
                <a:lnTo>
                  <a:pt x="976642" y="182843"/>
                </a:lnTo>
                <a:lnTo>
                  <a:pt x="1123700" y="253890"/>
                </a:lnTo>
                <a:lnTo>
                  <a:pt x="1259787" y="332774"/>
                </a:lnTo>
                <a:lnTo>
                  <a:pt x="1387098" y="417926"/>
                </a:lnTo>
                <a:lnTo>
                  <a:pt x="1507826" y="507781"/>
                </a:lnTo>
                <a:lnTo>
                  <a:pt x="1624166" y="600769"/>
                </a:lnTo>
                <a:lnTo>
                  <a:pt x="1738313" y="695325"/>
                </a:lnTo>
                <a:lnTo>
                  <a:pt x="1852459" y="789881"/>
                </a:lnTo>
                <a:lnTo>
                  <a:pt x="1968799" y="882869"/>
                </a:lnTo>
                <a:lnTo>
                  <a:pt x="2089527" y="972724"/>
                </a:lnTo>
                <a:lnTo>
                  <a:pt x="2216838" y="1057876"/>
                </a:lnTo>
                <a:lnTo>
                  <a:pt x="2352925" y="1136760"/>
                </a:lnTo>
                <a:lnTo>
                  <a:pt x="2499983" y="1207807"/>
                </a:lnTo>
                <a:lnTo>
                  <a:pt x="2660206" y="1269451"/>
                </a:lnTo>
                <a:lnTo>
                  <a:pt x="2835787" y="1320125"/>
                </a:lnTo>
                <a:lnTo>
                  <a:pt x="3028921" y="1358261"/>
                </a:lnTo>
                <a:lnTo>
                  <a:pt x="3241803" y="1382291"/>
                </a:lnTo>
                <a:lnTo>
                  <a:pt x="3476625" y="1390650"/>
                </a:lnTo>
                <a:lnTo>
                  <a:pt x="3476625" y="1485900"/>
                </a:lnTo>
                <a:lnTo>
                  <a:pt x="3241803" y="1477541"/>
                </a:lnTo>
                <a:lnTo>
                  <a:pt x="3028921" y="1453511"/>
                </a:lnTo>
                <a:lnTo>
                  <a:pt x="2835787" y="1415375"/>
                </a:lnTo>
                <a:lnTo>
                  <a:pt x="2660206" y="1364701"/>
                </a:lnTo>
                <a:lnTo>
                  <a:pt x="2499983" y="1303057"/>
                </a:lnTo>
                <a:lnTo>
                  <a:pt x="2352925" y="1232010"/>
                </a:lnTo>
                <a:lnTo>
                  <a:pt x="2216838" y="1153126"/>
                </a:lnTo>
                <a:lnTo>
                  <a:pt x="2089527" y="1067974"/>
                </a:lnTo>
                <a:lnTo>
                  <a:pt x="1968799" y="978119"/>
                </a:lnTo>
                <a:lnTo>
                  <a:pt x="1852459" y="885131"/>
                </a:lnTo>
                <a:lnTo>
                  <a:pt x="1738313" y="790575"/>
                </a:lnTo>
                <a:lnTo>
                  <a:pt x="1624166" y="696019"/>
                </a:lnTo>
                <a:lnTo>
                  <a:pt x="1507826" y="603031"/>
                </a:lnTo>
                <a:lnTo>
                  <a:pt x="1387098" y="513176"/>
                </a:lnTo>
                <a:lnTo>
                  <a:pt x="1259787" y="428024"/>
                </a:lnTo>
                <a:lnTo>
                  <a:pt x="1123700" y="349140"/>
                </a:lnTo>
                <a:lnTo>
                  <a:pt x="976642" y="278093"/>
                </a:lnTo>
                <a:lnTo>
                  <a:pt x="816419" y="216449"/>
                </a:lnTo>
                <a:lnTo>
                  <a:pt x="640838" y="165775"/>
                </a:lnTo>
                <a:lnTo>
                  <a:pt x="447704" y="127639"/>
                </a:lnTo>
                <a:lnTo>
                  <a:pt x="234822" y="103609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D4DF62-3F78-4229-9F56-01F452F9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253163"/>
            <a:ext cx="3476625" cy="1533525"/>
          </a:xfrm>
          <a:custGeom xmlns:a="http://schemas.openxmlformats.org/drawingml/2006/main">
            <a:pathLst>
              <a:path w="3476625" h="1533525">
                <a:moveTo>
                  <a:pt x="0" y="0"/>
                </a:moveTo>
                <a:lnTo>
                  <a:pt x="234822" y="8645"/>
                </a:lnTo>
                <a:lnTo>
                  <a:pt x="447704" y="33499"/>
                </a:lnTo>
                <a:lnTo>
                  <a:pt x="640838" y="72940"/>
                </a:lnTo>
                <a:lnTo>
                  <a:pt x="816419" y="125349"/>
                </a:lnTo>
                <a:lnTo>
                  <a:pt x="976642" y="189105"/>
                </a:lnTo>
                <a:lnTo>
                  <a:pt x="1123700" y="262585"/>
                </a:lnTo>
                <a:lnTo>
                  <a:pt x="1259787" y="344170"/>
                </a:lnTo>
                <a:lnTo>
                  <a:pt x="1387098" y="432239"/>
                </a:lnTo>
                <a:lnTo>
                  <a:pt x="1507826" y="525170"/>
                </a:lnTo>
                <a:lnTo>
                  <a:pt x="1624166" y="621343"/>
                </a:lnTo>
                <a:lnTo>
                  <a:pt x="1738313" y="719138"/>
                </a:lnTo>
                <a:lnTo>
                  <a:pt x="1852459" y="816932"/>
                </a:lnTo>
                <a:lnTo>
                  <a:pt x="1968799" y="913105"/>
                </a:lnTo>
                <a:lnTo>
                  <a:pt x="2089527" y="1006036"/>
                </a:lnTo>
                <a:lnTo>
                  <a:pt x="2216838" y="1094105"/>
                </a:lnTo>
                <a:lnTo>
                  <a:pt x="2352925" y="1175690"/>
                </a:lnTo>
                <a:lnTo>
                  <a:pt x="2499983" y="1249170"/>
                </a:lnTo>
                <a:lnTo>
                  <a:pt x="2660206" y="1312926"/>
                </a:lnTo>
                <a:lnTo>
                  <a:pt x="2835787" y="1365335"/>
                </a:lnTo>
                <a:lnTo>
                  <a:pt x="3028921" y="1404776"/>
                </a:lnTo>
                <a:lnTo>
                  <a:pt x="3241803" y="1429630"/>
                </a:lnTo>
                <a:lnTo>
                  <a:pt x="3476625" y="1438275"/>
                </a:lnTo>
                <a:lnTo>
                  <a:pt x="3476625" y="1533525"/>
                </a:lnTo>
                <a:lnTo>
                  <a:pt x="3241803" y="1524880"/>
                </a:lnTo>
                <a:lnTo>
                  <a:pt x="3028921" y="1500026"/>
                </a:lnTo>
                <a:lnTo>
                  <a:pt x="2835787" y="1460585"/>
                </a:lnTo>
                <a:lnTo>
                  <a:pt x="2660206" y="1408176"/>
                </a:lnTo>
                <a:lnTo>
                  <a:pt x="2499983" y="1344420"/>
                </a:lnTo>
                <a:lnTo>
                  <a:pt x="2352925" y="1270940"/>
                </a:lnTo>
                <a:lnTo>
                  <a:pt x="2216838" y="1189355"/>
                </a:lnTo>
                <a:lnTo>
                  <a:pt x="2089527" y="1101286"/>
                </a:lnTo>
                <a:lnTo>
                  <a:pt x="1968799" y="1008355"/>
                </a:lnTo>
                <a:lnTo>
                  <a:pt x="1852459" y="912182"/>
                </a:lnTo>
                <a:lnTo>
                  <a:pt x="1738313" y="814388"/>
                </a:lnTo>
                <a:lnTo>
                  <a:pt x="1624166" y="716593"/>
                </a:lnTo>
                <a:lnTo>
                  <a:pt x="1507826" y="620420"/>
                </a:lnTo>
                <a:lnTo>
                  <a:pt x="1387098" y="527489"/>
                </a:lnTo>
                <a:lnTo>
                  <a:pt x="1259787" y="439420"/>
                </a:lnTo>
                <a:lnTo>
                  <a:pt x="1123700" y="357835"/>
                </a:lnTo>
                <a:lnTo>
                  <a:pt x="976642" y="284355"/>
                </a:lnTo>
                <a:lnTo>
                  <a:pt x="816419" y="220599"/>
                </a:lnTo>
                <a:lnTo>
                  <a:pt x="640838" y="168190"/>
                </a:lnTo>
                <a:lnTo>
                  <a:pt x="447704" y="128749"/>
                </a:lnTo>
                <a:lnTo>
                  <a:pt x="234822" y="103895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20554-BF62-4731-AB5B-C5E744C5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348413"/>
            <a:ext cx="3476625" cy="1581150"/>
          </a:xfrm>
          <a:custGeom xmlns:a="http://schemas.openxmlformats.org/drawingml/2006/main">
            <a:pathLst>
              <a:path w="3476625" h="1581150">
                <a:moveTo>
                  <a:pt x="0" y="0"/>
                </a:moveTo>
                <a:lnTo>
                  <a:pt x="234822" y="8931"/>
                </a:lnTo>
                <a:lnTo>
                  <a:pt x="447704" y="34608"/>
                </a:lnTo>
                <a:lnTo>
                  <a:pt x="640838" y="75356"/>
                </a:lnTo>
                <a:lnTo>
                  <a:pt x="816419" y="129500"/>
                </a:lnTo>
                <a:lnTo>
                  <a:pt x="976642" y="195366"/>
                </a:lnTo>
                <a:lnTo>
                  <a:pt x="1123700" y="271280"/>
                </a:lnTo>
                <a:lnTo>
                  <a:pt x="1259787" y="355567"/>
                </a:lnTo>
                <a:lnTo>
                  <a:pt x="1387098" y="446551"/>
                </a:lnTo>
                <a:lnTo>
                  <a:pt x="1507826" y="542560"/>
                </a:lnTo>
                <a:lnTo>
                  <a:pt x="1624166" y="641918"/>
                </a:lnTo>
                <a:lnTo>
                  <a:pt x="1738313" y="742950"/>
                </a:lnTo>
                <a:lnTo>
                  <a:pt x="1852459" y="843982"/>
                </a:lnTo>
                <a:lnTo>
                  <a:pt x="1968799" y="943340"/>
                </a:lnTo>
                <a:lnTo>
                  <a:pt x="2089527" y="1039349"/>
                </a:lnTo>
                <a:lnTo>
                  <a:pt x="2216838" y="1130333"/>
                </a:lnTo>
                <a:lnTo>
                  <a:pt x="2352925" y="1214620"/>
                </a:lnTo>
                <a:lnTo>
                  <a:pt x="2499983" y="1290534"/>
                </a:lnTo>
                <a:lnTo>
                  <a:pt x="2660206" y="1356400"/>
                </a:lnTo>
                <a:lnTo>
                  <a:pt x="2835787" y="1410544"/>
                </a:lnTo>
                <a:lnTo>
                  <a:pt x="3028921" y="1451292"/>
                </a:lnTo>
                <a:lnTo>
                  <a:pt x="3241803" y="1476969"/>
                </a:lnTo>
                <a:lnTo>
                  <a:pt x="3476625" y="1485900"/>
                </a:lnTo>
                <a:lnTo>
                  <a:pt x="3476625" y="1581150"/>
                </a:lnTo>
                <a:lnTo>
                  <a:pt x="3241803" y="1572219"/>
                </a:lnTo>
                <a:lnTo>
                  <a:pt x="3028921" y="1546542"/>
                </a:lnTo>
                <a:lnTo>
                  <a:pt x="2835787" y="1505794"/>
                </a:lnTo>
                <a:lnTo>
                  <a:pt x="2660206" y="1451650"/>
                </a:lnTo>
                <a:lnTo>
                  <a:pt x="2499983" y="1385784"/>
                </a:lnTo>
                <a:lnTo>
                  <a:pt x="2352925" y="1309870"/>
                </a:lnTo>
                <a:lnTo>
                  <a:pt x="2216838" y="1225583"/>
                </a:lnTo>
                <a:lnTo>
                  <a:pt x="2089527" y="1134599"/>
                </a:lnTo>
                <a:lnTo>
                  <a:pt x="1968799" y="1038590"/>
                </a:lnTo>
                <a:lnTo>
                  <a:pt x="1852459" y="939232"/>
                </a:lnTo>
                <a:lnTo>
                  <a:pt x="1738313" y="838200"/>
                </a:lnTo>
                <a:lnTo>
                  <a:pt x="1624166" y="737168"/>
                </a:lnTo>
                <a:lnTo>
                  <a:pt x="1507826" y="637810"/>
                </a:lnTo>
                <a:lnTo>
                  <a:pt x="1387098" y="541801"/>
                </a:lnTo>
                <a:lnTo>
                  <a:pt x="1259787" y="450817"/>
                </a:lnTo>
                <a:lnTo>
                  <a:pt x="1123700" y="366530"/>
                </a:lnTo>
                <a:lnTo>
                  <a:pt x="976642" y="290616"/>
                </a:lnTo>
                <a:lnTo>
                  <a:pt x="816419" y="224750"/>
                </a:lnTo>
                <a:lnTo>
                  <a:pt x="640838" y="170606"/>
                </a:lnTo>
                <a:lnTo>
                  <a:pt x="447704" y="129858"/>
                </a:lnTo>
                <a:lnTo>
                  <a:pt x="234822" y="104181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1ED387-7FCF-4290-9DCC-8EF45A36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443663"/>
            <a:ext cx="3476625" cy="1771650"/>
          </a:xfrm>
          <a:custGeom xmlns:a="http://schemas.openxmlformats.org/drawingml/2006/main">
            <a:pathLst>
              <a:path w="3476625" h="1771650">
                <a:moveTo>
                  <a:pt x="0" y="0"/>
                </a:moveTo>
                <a:lnTo>
                  <a:pt x="234822" y="10076"/>
                </a:lnTo>
                <a:lnTo>
                  <a:pt x="447704" y="39045"/>
                </a:lnTo>
                <a:lnTo>
                  <a:pt x="640838" y="85017"/>
                </a:lnTo>
                <a:lnTo>
                  <a:pt x="816419" y="146102"/>
                </a:lnTo>
                <a:lnTo>
                  <a:pt x="976642" y="220413"/>
                </a:lnTo>
                <a:lnTo>
                  <a:pt x="1123700" y="306060"/>
                </a:lnTo>
                <a:lnTo>
                  <a:pt x="1259787" y="401152"/>
                </a:lnTo>
                <a:lnTo>
                  <a:pt x="1387098" y="503802"/>
                </a:lnTo>
                <a:lnTo>
                  <a:pt x="1507826" y="612119"/>
                </a:lnTo>
                <a:lnTo>
                  <a:pt x="1624166" y="724215"/>
                </a:lnTo>
                <a:lnTo>
                  <a:pt x="1738313" y="838200"/>
                </a:lnTo>
                <a:lnTo>
                  <a:pt x="1852459" y="952185"/>
                </a:lnTo>
                <a:lnTo>
                  <a:pt x="1968799" y="1064281"/>
                </a:lnTo>
                <a:lnTo>
                  <a:pt x="2089527" y="1172598"/>
                </a:lnTo>
                <a:lnTo>
                  <a:pt x="2216838" y="1275248"/>
                </a:lnTo>
                <a:lnTo>
                  <a:pt x="2352925" y="1370340"/>
                </a:lnTo>
                <a:lnTo>
                  <a:pt x="2499983" y="1455987"/>
                </a:lnTo>
                <a:lnTo>
                  <a:pt x="2660206" y="1530298"/>
                </a:lnTo>
                <a:lnTo>
                  <a:pt x="2835787" y="1591383"/>
                </a:lnTo>
                <a:lnTo>
                  <a:pt x="3028921" y="1637355"/>
                </a:lnTo>
                <a:lnTo>
                  <a:pt x="3241803" y="1666324"/>
                </a:lnTo>
                <a:lnTo>
                  <a:pt x="3476625" y="1676400"/>
                </a:lnTo>
                <a:lnTo>
                  <a:pt x="3476625" y="1771650"/>
                </a:lnTo>
                <a:lnTo>
                  <a:pt x="3241803" y="1761574"/>
                </a:lnTo>
                <a:lnTo>
                  <a:pt x="3028921" y="1732605"/>
                </a:lnTo>
                <a:lnTo>
                  <a:pt x="2835787" y="1686633"/>
                </a:lnTo>
                <a:lnTo>
                  <a:pt x="2660206" y="1625548"/>
                </a:lnTo>
                <a:lnTo>
                  <a:pt x="2499983" y="1551237"/>
                </a:lnTo>
                <a:lnTo>
                  <a:pt x="2352925" y="1465590"/>
                </a:lnTo>
                <a:lnTo>
                  <a:pt x="2216838" y="1370498"/>
                </a:lnTo>
                <a:lnTo>
                  <a:pt x="2089527" y="1267848"/>
                </a:lnTo>
                <a:lnTo>
                  <a:pt x="1968799" y="1159531"/>
                </a:lnTo>
                <a:lnTo>
                  <a:pt x="1852459" y="1047435"/>
                </a:lnTo>
                <a:lnTo>
                  <a:pt x="1738313" y="933450"/>
                </a:lnTo>
                <a:lnTo>
                  <a:pt x="1624166" y="819465"/>
                </a:lnTo>
                <a:lnTo>
                  <a:pt x="1507826" y="707369"/>
                </a:lnTo>
                <a:lnTo>
                  <a:pt x="1387098" y="599052"/>
                </a:lnTo>
                <a:lnTo>
                  <a:pt x="1259787" y="496402"/>
                </a:lnTo>
                <a:lnTo>
                  <a:pt x="1123700" y="401310"/>
                </a:lnTo>
                <a:lnTo>
                  <a:pt x="976642" y="315663"/>
                </a:lnTo>
                <a:lnTo>
                  <a:pt x="816419" y="241352"/>
                </a:lnTo>
                <a:lnTo>
                  <a:pt x="640838" y="180267"/>
                </a:lnTo>
                <a:lnTo>
                  <a:pt x="447704" y="134295"/>
                </a:lnTo>
                <a:lnTo>
                  <a:pt x="234822" y="105326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A51E87-3EA5-4661-9626-0C210F62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538913"/>
            <a:ext cx="3476625" cy="1819275"/>
          </a:xfrm>
          <a:custGeom xmlns:a="http://schemas.openxmlformats.org/drawingml/2006/main">
            <a:pathLst>
              <a:path w="3476625" h="1819275">
                <a:moveTo>
                  <a:pt x="0" y="0"/>
                </a:moveTo>
                <a:lnTo>
                  <a:pt x="234822" y="10362"/>
                </a:lnTo>
                <a:lnTo>
                  <a:pt x="447704" y="40154"/>
                </a:lnTo>
                <a:lnTo>
                  <a:pt x="640838" y="87432"/>
                </a:lnTo>
                <a:lnTo>
                  <a:pt x="816419" y="150253"/>
                </a:lnTo>
                <a:lnTo>
                  <a:pt x="976642" y="226675"/>
                </a:lnTo>
                <a:lnTo>
                  <a:pt x="1123700" y="314754"/>
                </a:lnTo>
                <a:lnTo>
                  <a:pt x="1259787" y="412548"/>
                </a:lnTo>
                <a:lnTo>
                  <a:pt x="1387098" y="518114"/>
                </a:lnTo>
                <a:lnTo>
                  <a:pt x="1507826" y="629509"/>
                </a:lnTo>
                <a:lnTo>
                  <a:pt x="1624166" y="744789"/>
                </a:lnTo>
                <a:lnTo>
                  <a:pt x="1738313" y="862013"/>
                </a:lnTo>
                <a:lnTo>
                  <a:pt x="1852459" y="979236"/>
                </a:lnTo>
                <a:lnTo>
                  <a:pt x="1968799" y="1094516"/>
                </a:lnTo>
                <a:lnTo>
                  <a:pt x="2089527" y="1205911"/>
                </a:lnTo>
                <a:lnTo>
                  <a:pt x="2216838" y="1311477"/>
                </a:lnTo>
                <a:lnTo>
                  <a:pt x="2352925" y="1409271"/>
                </a:lnTo>
                <a:lnTo>
                  <a:pt x="2499983" y="1497350"/>
                </a:lnTo>
                <a:lnTo>
                  <a:pt x="2660206" y="1573772"/>
                </a:lnTo>
                <a:lnTo>
                  <a:pt x="2835787" y="1636593"/>
                </a:lnTo>
                <a:lnTo>
                  <a:pt x="3028921" y="1683871"/>
                </a:lnTo>
                <a:lnTo>
                  <a:pt x="3241803" y="1713663"/>
                </a:lnTo>
                <a:lnTo>
                  <a:pt x="3476625" y="1724025"/>
                </a:lnTo>
                <a:lnTo>
                  <a:pt x="3476625" y="1819275"/>
                </a:lnTo>
                <a:lnTo>
                  <a:pt x="3241803" y="1808913"/>
                </a:lnTo>
                <a:lnTo>
                  <a:pt x="3028921" y="1779121"/>
                </a:lnTo>
                <a:lnTo>
                  <a:pt x="2835787" y="1731843"/>
                </a:lnTo>
                <a:lnTo>
                  <a:pt x="2660206" y="1669022"/>
                </a:lnTo>
                <a:lnTo>
                  <a:pt x="2499983" y="1592600"/>
                </a:lnTo>
                <a:lnTo>
                  <a:pt x="2352925" y="1504521"/>
                </a:lnTo>
                <a:lnTo>
                  <a:pt x="2216838" y="1406727"/>
                </a:lnTo>
                <a:lnTo>
                  <a:pt x="2089527" y="1301161"/>
                </a:lnTo>
                <a:lnTo>
                  <a:pt x="1968799" y="1189766"/>
                </a:lnTo>
                <a:lnTo>
                  <a:pt x="1852459" y="1074486"/>
                </a:lnTo>
                <a:lnTo>
                  <a:pt x="1738313" y="957263"/>
                </a:lnTo>
                <a:lnTo>
                  <a:pt x="1624166" y="840039"/>
                </a:lnTo>
                <a:lnTo>
                  <a:pt x="1507826" y="724759"/>
                </a:lnTo>
                <a:lnTo>
                  <a:pt x="1387098" y="613364"/>
                </a:lnTo>
                <a:lnTo>
                  <a:pt x="1259787" y="507798"/>
                </a:lnTo>
                <a:lnTo>
                  <a:pt x="1123700" y="410004"/>
                </a:lnTo>
                <a:lnTo>
                  <a:pt x="976642" y="321925"/>
                </a:lnTo>
                <a:lnTo>
                  <a:pt x="816419" y="245503"/>
                </a:lnTo>
                <a:lnTo>
                  <a:pt x="640838" y="182682"/>
                </a:lnTo>
                <a:lnTo>
                  <a:pt x="447704" y="135404"/>
                </a:lnTo>
                <a:lnTo>
                  <a:pt x="234822" y="105612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AC5550-ADD9-405D-8394-C851CD70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634163"/>
            <a:ext cx="3476625" cy="1866900"/>
          </a:xfrm>
          <a:custGeom xmlns:a="http://schemas.openxmlformats.org/drawingml/2006/main">
            <a:pathLst>
              <a:path w="3476625" h="1866900">
                <a:moveTo>
                  <a:pt x="0" y="0"/>
                </a:moveTo>
                <a:lnTo>
                  <a:pt x="234822" y="10649"/>
                </a:lnTo>
                <a:lnTo>
                  <a:pt x="447704" y="41263"/>
                </a:lnTo>
                <a:lnTo>
                  <a:pt x="640838" y="89847"/>
                </a:lnTo>
                <a:lnTo>
                  <a:pt x="816419" y="154404"/>
                </a:lnTo>
                <a:lnTo>
                  <a:pt x="976642" y="232937"/>
                </a:lnTo>
                <a:lnTo>
                  <a:pt x="1123700" y="323449"/>
                </a:lnTo>
                <a:lnTo>
                  <a:pt x="1259787" y="423945"/>
                </a:lnTo>
                <a:lnTo>
                  <a:pt x="1387098" y="532427"/>
                </a:lnTo>
                <a:lnTo>
                  <a:pt x="1507826" y="646898"/>
                </a:lnTo>
                <a:lnTo>
                  <a:pt x="1624166" y="765363"/>
                </a:lnTo>
                <a:lnTo>
                  <a:pt x="1738313" y="885825"/>
                </a:lnTo>
                <a:lnTo>
                  <a:pt x="1852459" y="1006287"/>
                </a:lnTo>
                <a:lnTo>
                  <a:pt x="1968799" y="1124752"/>
                </a:lnTo>
                <a:lnTo>
                  <a:pt x="2089527" y="1239223"/>
                </a:lnTo>
                <a:lnTo>
                  <a:pt x="2216838" y="1347705"/>
                </a:lnTo>
                <a:lnTo>
                  <a:pt x="2352925" y="1448201"/>
                </a:lnTo>
                <a:lnTo>
                  <a:pt x="2499983" y="1538713"/>
                </a:lnTo>
                <a:lnTo>
                  <a:pt x="2660206" y="1617246"/>
                </a:lnTo>
                <a:lnTo>
                  <a:pt x="2835787" y="1681803"/>
                </a:lnTo>
                <a:lnTo>
                  <a:pt x="3028921" y="1730387"/>
                </a:lnTo>
                <a:lnTo>
                  <a:pt x="3241803" y="1761001"/>
                </a:lnTo>
                <a:lnTo>
                  <a:pt x="3476625" y="1771650"/>
                </a:lnTo>
                <a:lnTo>
                  <a:pt x="3476625" y="1866900"/>
                </a:lnTo>
                <a:lnTo>
                  <a:pt x="3241803" y="1856251"/>
                </a:lnTo>
                <a:lnTo>
                  <a:pt x="3028921" y="1825637"/>
                </a:lnTo>
                <a:lnTo>
                  <a:pt x="2835787" y="1777053"/>
                </a:lnTo>
                <a:lnTo>
                  <a:pt x="2660206" y="1712496"/>
                </a:lnTo>
                <a:lnTo>
                  <a:pt x="2499983" y="1633963"/>
                </a:lnTo>
                <a:lnTo>
                  <a:pt x="2352925" y="1543451"/>
                </a:lnTo>
                <a:lnTo>
                  <a:pt x="2216838" y="1442955"/>
                </a:lnTo>
                <a:lnTo>
                  <a:pt x="2089527" y="1334473"/>
                </a:lnTo>
                <a:lnTo>
                  <a:pt x="1968799" y="1220002"/>
                </a:lnTo>
                <a:lnTo>
                  <a:pt x="1852459" y="1101537"/>
                </a:lnTo>
                <a:lnTo>
                  <a:pt x="1738313" y="981075"/>
                </a:lnTo>
                <a:lnTo>
                  <a:pt x="1624166" y="860613"/>
                </a:lnTo>
                <a:lnTo>
                  <a:pt x="1507826" y="742148"/>
                </a:lnTo>
                <a:lnTo>
                  <a:pt x="1387098" y="627677"/>
                </a:lnTo>
                <a:lnTo>
                  <a:pt x="1259787" y="519195"/>
                </a:lnTo>
                <a:lnTo>
                  <a:pt x="1123700" y="418699"/>
                </a:lnTo>
                <a:lnTo>
                  <a:pt x="976642" y="328187"/>
                </a:lnTo>
                <a:lnTo>
                  <a:pt x="816419" y="249654"/>
                </a:lnTo>
                <a:lnTo>
                  <a:pt x="640838" y="185097"/>
                </a:lnTo>
                <a:lnTo>
                  <a:pt x="447704" y="136513"/>
                </a:lnTo>
                <a:lnTo>
                  <a:pt x="234822" y="105899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EFD06D-5F3C-4C00-9ABB-EDBB2EE1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729413"/>
            <a:ext cx="3476625" cy="2057400"/>
          </a:xfrm>
          <a:custGeom xmlns:a="http://schemas.openxmlformats.org/drawingml/2006/main">
            <a:pathLst>
              <a:path w="3476625" h="2057400">
                <a:moveTo>
                  <a:pt x="0" y="0"/>
                </a:moveTo>
                <a:lnTo>
                  <a:pt x="234822" y="11794"/>
                </a:lnTo>
                <a:lnTo>
                  <a:pt x="447704" y="45700"/>
                </a:lnTo>
                <a:lnTo>
                  <a:pt x="640838" y="99508"/>
                </a:lnTo>
                <a:lnTo>
                  <a:pt x="816419" y="171006"/>
                </a:lnTo>
                <a:lnTo>
                  <a:pt x="976642" y="257984"/>
                </a:lnTo>
                <a:lnTo>
                  <a:pt x="1123700" y="358229"/>
                </a:lnTo>
                <a:lnTo>
                  <a:pt x="1259787" y="469530"/>
                </a:lnTo>
                <a:lnTo>
                  <a:pt x="1387098" y="589677"/>
                </a:lnTo>
                <a:lnTo>
                  <a:pt x="1507826" y="716457"/>
                </a:lnTo>
                <a:lnTo>
                  <a:pt x="1624166" y="847661"/>
                </a:lnTo>
                <a:lnTo>
                  <a:pt x="1738313" y="981075"/>
                </a:lnTo>
                <a:lnTo>
                  <a:pt x="1852459" y="1114489"/>
                </a:lnTo>
                <a:lnTo>
                  <a:pt x="1968799" y="1245693"/>
                </a:lnTo>
                <a:lnTo>
                  <a:pt x="2089527" y="1372473"/>
                </a:lnTo>
                <a:lnTo>
                  <a:pt x="2216838" y="1492620"/>
                </a:lnTo>
                <a:lnTo>
                  <a:pt x="2352925" y="1603921"/>
                </a:lnTo>
                <a:lnTo>
                  <a:pt x="2499983" y="1704166"/>
                </a:lnTo>
                <a:lnTo>
                  <a:pt x="2660206" y="1791144"/>
                </a:lnTo>
                <a:lnTo>
                  <a:pt x="2835787" y="1862642"/>
                </a:lnTo>
                <a:lnTo>
                  <a:pt x="3028921" y="1916450"/>
                </a:lnTo>
                <a:lnTo>
                  <a:pt x="3241803" y="1950356"/>
                </a:lnTo>
                <a:lnTo>
                  <a:pt x="3476625" y="1962150"/>
                </a:lnTo>
                <a:lnTo>
                  <a:pt x="3476625" y="2057400"/>
                </a:lnTo>
                <a:lnTo>
                  <a:pt x="3241803" y="2045606"/>
                </a:lnTo>
                <a:lnTo>
                  <a:pt x="3028921" y="2011700"/>
                </a:lnTo>
                <a:lnTo>
                  <a:pt x="2835787" y="1957892"/>
                </a:lnTo>
                <a:lnTo>
                  <a:pt x="2660206" y="1886394"/>
                </a:lnTo>
                <a:lnTo>
                  <a:pt x="2499983" y="1799416"/>
                </a:lnTo>
                <a:lnTo>
                  <a:pt x="2352925" y="1699171"/>
                </a:lnTo>
                <a:lnTo>
                  <a:pt x="2216838" y="1587870"/>
                </a:lnTo>
                <a:lnTo>
                  <a:pt x="2089527" y="1467723"/>
                </a:lnTo>
                <a:lnTo>
                  <a:pt x="1968799" y="1340943"/>
                </a:lnTo>
                <a:lnTo>
                  <a:pt x="1852459" y="1209739"/>
                </a:lnTo>
                <a:lnTo>
                  <a:pt x="1738313" y="1076325"/>
                </a:lnTo>
                <a:lnTo>
                  <a:pt x="1624166" y="942911"/>
                </a:lnTo>
                <a:lnTo>
                  <a:pt x="1507826" y="811707"/>
                </a:lnTo>
                <a:lnTo>
                  <a:pt x="1387098" y="684927"/>
                </a:lnTo>
                <a:lnTo>
                  <a:pt x="1259787" y="564780"/>
                </a:lnTo>
                <a:lnTo>
                  <a:pt x="1123700" y="453479"/>
                </a:lnTo>
                <a:lnTo>
                  <a:pt x="976642" y="353234"/>
                </a:lnTo>
                <a:lnTo>
                  <a:pt x="816419" y="266256"/>
                </a:lnTo>
                <a:lnTo>
                  <a:pt x="640838" y="194758"/>
                </a:lnTo>
                <a:lnTo>
                  <a:pt x="447704" y="140950"/>
                </a:lnTo>
                <a:lnTo>
                  <a:pt x="234822" y="107044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3B7D8D-0996-4583-8139-FCBF5369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824663"/>
            <a:ext cx="3476625" cy="2105025"/>
          </a:xfrm>
          <a:custGeom xmlns:a="http://schemas.openxmlformats.org/drawingml/2006/main">
            <a:pathLst>
              <a:path w="3476625" h="2105025">
                <a:moveTo>
                  <a:pt x="0" y="0"/>
                </a:moveTo>
                <a:lnTo>
                  <a:pt x="234822" y="12080"/>
                </a:lnTo>
                <a:lnTo>
                  <a:pt x="447704" y="46809"/>
                </a:lnTo>
                <a:lnTo>
                  <a:pt x="640838" y="101923"/>
                </a:lnTo>
                <a:lnTo>
                  <a:pt x="816419" y="175157"/>
                </a:lnTo>
                <a:lnTo>
                  <a:pt x="976642" y="264245"/>
                </a:lnTo>
                <a:lnTo>
                  <a:pt x="1123700" y="366924"/>
                </a:lnTo>
                <a:lnTo>
                  <a:pt x="1259787" y="480927"/>
                </a:lnTo>
                <a:lnTo>
                  <a:pt x="1387098" y="603989"/>
                </a:lnTo>
                <a:lnTo>
                  <a:pt x="1507826" y="733847"/>
                </a:lnTo>
                <a:lnTo>
                  <a:pt x="1624166" y="868235"/>
                </a:lnTo>
                <a:lnTo>
                  <a:pt x="1738313" y="1004888"/>
                </a:lnTo>
                <a:lnTo>
                  <a:pt x="1852459" y="1141540"/>
                </a:lnTo>
                <a:lnTo>
                  <a:pt x="1968799" y="1275928"/>
                </a:lnTo>
                <a:lnTo>
                  <a:pt x="2089527" y="1405786"/>
                </a:lnTo>
                <a:lnTo>
                  <a:pt x="2216838" y="1528848"/>
                </a:lnTo>
                <a:lnTo>
                  <a:pt x="2352925" y="1642851"/>
                </a:lnTo>
                <a:lnTo>
                  <a:pt x="2499983" y="1745530"/>
                </a:lnTo>
                <a:lnTo>
                  <a:pt x="2660206" y="1834618"/>
                </a:lnTo>
                <a:lnTo>
                  <a:pt x="2835787" y="1907852"/>
                </a:lnTo>
                <a:lnTo>
                  <a:pt x="3028921" y="1962966"/>
                </a:lnTo>
                <a:lnTo>
                  <a:pt x="3241803" y="1997695"/>
                </a:lnTo>
                <a:lnTo>
                  <a:pt x="3476625" y="2009775"/>
                </a:lnTo>
                <a:lnTo>
                  <a:pt x="3476625" y="2105025"/>
                </a:lnTo>
                <a:lnTo>
                  <a:pt x="3241803" y="2092945"/>
                </a:lnTo>
                <a:lnTo>
                  <a:pt x="3028921" y="2058216"/>
                </a:lnTo>
                <a:lnTo>
                  <a:pt x="2835787" y="2003102"/>
                </a:lnTo>
                <a:lnTo>
                  <a:pt x="2660206" y="1929868"/>
                </a:lnTo>
                <a:lnTo>
                  <a:pt x="2499983" y="1840780"/>
                </a:lnTo>
                <a:lnTo>
                  <a:pt x="2352925" y="1738101"/>
                </a:lnTo>
                <a:lnTo>
                  <a:pt x="2216838" y="1624098"/>
                </a:lnTo>
                <a:lnTo>
                  <a:pt x="2089527" y="1501036"/>
                </a:lnTo>
                <a:lnTo>
                  <a:pt x="1968799" y="1371178"/>
                </a:lnTo>
                <a:lnTo>
                  <a:pt x="1852459" y="1236790"/>
                </a:lnTo>
                <a:lnTo>
                  <a:pt x="1738313" y="1100138"/>
                </a:lnTo>
                <a:lnTo>
                  <a:pt x="1624166" y="963485"/>
                </a:lnTo>
                <a:lnTo>
                  <a:pt x="1507826" y="829097"/>
                </a:lnTo>
                <a:lnTo>
                  <a:pt x="1387098" y="699239"/>
                </a:lnTo>
                <a:lnTo>
                  <a:pt x="1259787" y="576177"/>
                </a:lnTo>
                <a:lnTo>
                  <a:pt x="1123700" y="462174"/>
                </a:lnTo>
                <a:lnTo>
                  <a:pt x="976642" y="359495"/>
                </a:lnTo>
                <a:lnTo>
                  <a:pt x="816419" y="270407"/>
                </a:lnTo>
                <a:lnTo>
                  <a:pt x="640838" y="197173"/>
                </a:lnTo>
                <a:lnTo>
                  <a:pt x="447704" y="142059"/>
                </a:lnTo>
                <a:lnTo>
                  <a:pt x="234822" y="10733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911125-1BDE-4033-AEAD-E60C60FD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919913"/>
            <a:ext cx="3476625" cy="2152650"/>
          </a:xfrm>
          <a:custGeom xmlns:a="http://schemas.openxmlformats.org/drawingml/2006/main">
            <a:pathLst>
              <a:path w="3476625" h="2152650">
                <a:moveTo>
                  <a:pt x="0" y="0"/>
                </a:moveTo>
                <a:lnTo>
                  <a:pt x="234822" y="12366"/>
                </a:lnTo>
                <a:lnTo>
                  <a:pt x="447704" y="47918"/>
                </a:lnTo>
                <a:lnTo>
                  <a:pt x="640838" y="104338"/>
                </a:lnTo>
                <a:lnTo>
                  <a:pt x="816419" y="179308"/>
                </a:lnTo>
                <a:lnTo>
                  <a:pt x="976642" y="270507"/>
                </a:lnTo>
                <a:lnTo>
                  <a:pt x="1123700" y="375618"/>
                </a:lnTo>
                <a:lnTo>
                  <a:pt x="1259787" y="492323"/>
                </a:lnTo>
                <a:lnTo>
                  <a:pt x="1387098" y="618302"/>
                </a:lnTo>
                <a:lnTo>
                  <a:pt x="1507826" y="751237"/>
                </a:lnTo>
                <a:lnTo>
                  <a:pt x="1624166" y="888809"/>
                </a:lnTo>
                <a:lnTo>
                  <a:pt x="1738313" y="1028700"/>
                </a:lnTo>
                <a:lnTo>
                  <a:pt x="1852459" y="1168591"/>
                </a:lnTo>
                <a:lnTo>
                  <a:pt x="1968799" y="1306163"/>
                </a:lnTo>
                <a:lnTo>
                  <a:pt x="2089527" y="1439098"/>
                </a:lnTo>
                <a:lnTo>
                  <a:pt x="2216838" y="1565077"/>
                </a:lnTo>
                <a:lnTo>
                  <a:pt x="2352925" y="1681782"/>
                </a:lnTo>
                <a:lnTo>
                  <a:pt x="2499983" y="1786893"/>
                </a:lnTo>
                <a:lnTo>
                  <a:pt x="2660206" y="1878092"/>
                </a:lnTo>
                <a:lnTo>
                  <a:pt x="2835787" y="1953062"/>
                </a:lnTo>
                <a:lnTo>
                  <a:pt x="3028921" y="2009482"/>
                </a:lnTo>
                <a:lnTo>
                  <a:pt x="3241803" y="2045034"/>
                </a:lnTo>
                <a:lnTo>
                  <a:pt x="3476625" y="2057400"/>
                </a:lnTo>
                <a:lnTo>
                  <a:pt x="3476625" y="2152650"/>
                </a:lnTo>
                <a:lnTo>
                  <a:pt x="3241803" y="2140284"/>
                </a:lnTo>
                <a:lnTo>
                  <a:pt x="3028921" y="2104732"/>
                </a:lnTo>
                <a:lnTo>
                  <a:pt x="2835787" y="2048312"/>
                </a:lnTo>
                <a:lnTo>
                  <a:pt x="2660206" y="1973342"/>
                </a:lnTo>
                <a:lnTo>
                  <a:pt x="2499983" y="1882143"/>
                </a:lnTo>
                <a:lnTo>
                  <a:pt x="2352925" y="1777032"/>
                </a:lnTo>
                <a:lnTo>
                  <a:pt x="2216838" y="1660327"/>
                </a:lnTo>
                <a:lnTo>
                  <a:pt x="2089527" y="1534348"/>
                </a:lnTo>
                <a:lnTo>
                  <a:pt x="1968799" y="1401413"/>
                </a:lnTo>
                <a:lnTo>
                  <a:pt x="1852459" y="1263841"/>
                </a:lnTo>
                <a:lnTo>
                  <a:pt x="1738313" y="1123950"/>
                </a:lnTo>
                <a:lnTo>
                  <a:pt x="1624166" y="984059"/>
                </a:lnTo>
                <a:lnTo>
                  <a:pt x="1507826" y="846487"/>
                </a:lnTo>
                <a:lnTo>
                  <a:pt x="1387098" y="713552"/>
                </a:lnTo>
                <a:lnTo>
                  <a:pt x="1259787" y="587573"/>
                </a:lnTo>
                <a:lnTo>
                  <a:pt x="1123700" y="470868"/>
                </a:lnTo>
                <a:lnTo>
                  <a:pt x="976642" y="365757"/>
                </a:lnTo>
                <a:lnTo>
                  <a:pt x="816419" y="274558"/>
                </a:lnTo>
                <a:lnTo>
                  <a:pt x="640838" y="199588"/>
                </a:lnTo>
                <a:lnTo>
                  <a:pt x="447704" y="143168"/>
                </a:lnTo>
                <a:lnTo>
                  <a:pt x="234822" y="107616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F58D45-622A-463E-AD41-0F1F0551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262688"/>
            <a:ext cx="3476625" cy="981075"/>
          </a:xfrm>
          <a:custGeom xmlns:a="http://schemas.openxmlformats.org/drawingml/2006/main">
            <a:pathLst>
              <a:path w="3476625" h="981075">
                <a:moveTo>
                  <a:pt x="0" y="885825"/>
                </a:moveTo>
                <a:lnTo>
                  <a:pt x="234822" y="880501"/>
                </a:lnTo>
                <a:lnTo>
                  <a:pt x="447704" y="865193"/>
                </a:lnTo>
                <a:lnTo>
                  <a:pt x="640838" y="840901"/>
                </a:lnTo>
                <a:lnTo>
                  <a:pt x="816419" y="808623"/>
                </a:lnTo>
                <a:lnTo>
                  <a:pt x="976642" y="769357"/>
                </a:lnTo>
                <a:lnTo>
                  <a:pt x="1123700" y="724100"/>
                </a:lnTo>
                <a:lnTo>
                  <a:pt x="1259787" y="673853"/>
                </a:lnTo>
                <a:lnTo>
                  <a:pt x="1387098" y="619612"/>
                </a:lnTo>
                <a:lnTo>
                  <a:pt x="1507826" y="562376"/>
                </a:lnTo>
                <a:lnTo>
                  <a:pt x="1624166" y="503143"/>
                </a:lnTo>
                <a:lnTo>
                  <a:pt x="1738313" y="442913"/>
                </a:lnTo>
                <a:lnTo>
                  <a:pt x="1852459" y="382682"/>
                </a:lnTo>
                <a:lnTo>
                  <a:pt x="1968799" y="323449"/>
                </a:lnTo>
                <a:lnTo>
                  <a:pt x="2089527" y="266213"/>
                </a:lnTo>
                <a:lnTo>
                  <a:pt x="2216838" y="211972"/>
                </a:lnTo>
                <a:lnTo>
                  <a:pt x="2352925" y="161725"/>
                </a:lnTo>
                <a:lnTo>
                  <a:pt x="2499983" y="116468"/>
                </a:lnTo>
                <a:lnTo>
                  <a:pt x="2660206" y="77202"/>
                </a:lnTo>
                <a:lnTo>
                  <a:pt x="2835787" y="44924"/>
                </a:lnTo>
                <a:lnTo>
                  <a:pt x="3028921" y="20632"/>
                </a:lnTo>
                <a:lnTo>
                  <a:pt x="3241803" y="5324"/>
                </a:lnTo>
                <a:lnTo>
                  <a:pt x="3476625" y="0"/>
                </a:lnTo>
                <a:lnTo>
                  <a:pt x="3476625" y="95250"/>
                </a:lnTo>
                <a:lnTo>
                  <a:pt x="3241803" y="100574"/>
                </a:lnTo>
                <a:lnTo>
                  <a:pt x="3028921" y="115882"/>
                </a:lnTo>
                <a:lnTo>
                  <a:pt x="2835787" y="140174"/>
                </a:lnTo>
                <a:lnTo>
                  <a:pt x="2660206" y="172452"/>
                </a:lnTo>
                <a:lnTo>
                  <a:pt x="2499983" y="211718"/>
                </a:lnTo>
                <a:lnTo>
                  <a:pt x="2352925" y="256975"/>
                </a:lnTo>
                <a:lnTo>
                  <a:pt x="2216838" y="307222"/>
                </a:lnTo>
                <a:lnTo>
                  <a:pt x="2089527" y="361463"/>
                </a:lnTo>
                <a:lnTo>
                  <a:pt x="1968799" y="418699"/>
                </a:lnTo>
                <a:lnTo>
                  <a:pt x="1852459" y="477932"/>
                </a:lnTo>
                <a:lnTo>
                  <a:pt x="1738313" y="538163"/>
                </a:lnTo>
                <a:lnTo>
                  <a:pt x="1624166" y="598393"/>
                </a:lnTo>
                <a:lnTo>
                  <a:pt x="1507826" y="657626"/>
                </a:lnTo>
                <a:lnTo>
                  <a:pt x="1387098" y="714862"/>
                </a:lnTo>
                <a:lnTo>
                  <a:pt x="1259787" y="769103"/>
                </a:lnTo>
                <a:lnTo>
                  <a:pt x="1123700" y="819350"/>
                </a:lnTo>
                <a:lnTo>
                  <a:pt x="976642" y="864607"/>
                </a:lnTo>
                <a:lnTo>
                  <a:pt x="816419" y="903873"/>
                </a:lnTo>
                <a:lnTo>
                  <a:pt x="640838" y="936151"/>
                </a:lnTo>
                <a:lnTo>
                  <a:pt x="447704" y="960443"/>
                </a:lnTo>
                <a:lnTo>
                  <a:pt x="234822" y="975751"/>
                </a:lnTo>
                <a:lnTo>
                  <a:pt x="0" y="981075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3B6D82-5FF8-48FC-9881-92FB82ED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643688"/>
            <a:ext cx="3476625" cy="790575"/>
          </a:xfrm>
          <a:custGeom xmlns:a="http://schemas.openxmlformats.org/drawingml/2006/main">
            <a:pathLst>
              <a:path w="3476625" h="790575">
                <a:moveTo>
                  <a:pt x="0" y="600075"/>
                </a:moveTo>
                <a:lnTo>
                  <a:pt x="234822" y="596468"/>
                </a:lnTo>
                <a:lnTo>
                  <a:pt x="447704" y="586099"/>
                </a:lnTo>
                <a:lnTo>
                  <a:pt x="640838" y="569643"/>
                </a:lnTo>
                <a:lnTo>
                  <a:pt x="816419" y="547777"/>
                </a:lnTo>
                <a:lnTo>
                  <a:pt x="976642" y="521177"/>
                </a:lnTo>
                <a:lnTo>
                  <a:pt x="1123700" y="490520"/>
                </a:lnTo>
                <a:lnTo>
                  <a:pt x="1259787" y="456481"/>
                </a:lnTo>
                <a:lnTo>
                  <a:pt x="1387098" y="419737"/>
                </a:lnTo>
                <a:lnTo>
                  <a:pt x="1507826" y="380964"/>
                </a:lnTo>
                <a:lnTo>
                  <a:pt x="1624166" y="340839"/>
                </a:lnTo>
                <a:lnTo>
                  <a:pt x="1738313" y="300038"/>
                </a:lnTo>
                <a:lnTo>
                  <a:pt x="1852459" y="259236"/>
                </a:lnTo>
                <a:lnTo>
                  <a:pt x="1968799" y="219111"/>
                </a:lnTo>
                <a:lnTo>
                  <a:pt x="2089527" y="180338"/>
                </a:lnTo>
                <a:lnTo>
                  <a:pt x="2216838" y="143594"/>
                </a:lnTo>
                <a:lnTo>
                  <a:pt x="2352925" y="109555"/>
                </a:lnTo>
                <a:lnTo>
                  <a:pt x="2499983" y="78898"/>
                </a:lnTo>
                <a:lnTo>
                  <a:pt x="2660206" y="52298"/>
                </a:lnTo>
                <a:lnTo>
                  <a:pt x="2835787" y="30432"/>
                </a:lnTo>
                <a:lnTo>
                  <a:pt x="3028921" y="13976"/>
                </a:lnTo>
                <a:lnTo>
                  <a:pt x="3241803" y="3607"/>
                </a:lnTo>
                <a:lnTo>
                  <a:pt x="3476625" y="0"/>
                </a:lnTo>
                <a:lnTo>
                  <a:pt x="3476625" y="190500"/>
                </a:lnTo>
                <a:lnTo>
                  <a:pt x="3241803" y="194107"/>
                </a:lnTo>
                <a:lnTo>
                  <a:pt x="3028921" y="204476"/>
                </a:lnTo>
                <a:lnTo>
                  <a:pt x="2835787" y="220932"/>
                </a:lnTo>
                <a:lnTo>
                  <a:pt x="2660206" y="242798"/>
                </a:lnTo>
                <a:lnTo>
                  <a:pt x="2499983" y="269398"/>
                </a:lnTo>
                <a:lnTo>
                  <a:pt x="2352925" y="300055"/>
                </a:lnTo>
                <a:lnTo>
                  <a:pt x="2216838" y="334094"/>
                </a:lnTo>
                <a:lnTo>
                  <a:pt x="2089527" y="370838"/>
                </a:lnTo>
                <a:lnTo>
                  <a:pt x="1968799" y="409611"/>
                </a:lnTo>
                <a:lnTo>
                  <a:pt x="1852459" y="449736"/>
                </a:lnTo>
                <a:lnTo>
                  <a:pt x="1738313" y="490538"/>
                </a:lnTo>
                <a:lnTo>
                  <a:pt x="1624166" y="531339"/>
                </a:lnTo>
                <a:lnTo>
                  <a:pt x="1507826" y="571464"/>
                </a:lnTo>
                <a:lnTo>
                  <a:pt x="1387098" y="610237"/>
                </a:lnTo>
                <a:lnTo>
                  <a:pt x="1259787" y="646981"/>
                </a:lnTo>
                <a:lnTo>
                  <a:pt x="1123700" y="681020"/>
                </a:lnTo>
                <a:lnTo>
                  <a:pt x="976642" y="711677"/>
                </a:lnTo>
                <a:lnTo>
                  <a:pt x="816419" y="738277"/>
                </a:lnTo>
                <a:lnTo>
                  <a:pt x="640838" y="760143"/>
                </a:lnTo>
                <a:lnTo>
                  <a:pt x="447704" y="776599"/>
                </a:lnTo>
                <a:lnTo>
                  <a:pt x="234822" y="786968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81BA57-9652-4F28-A82E-45FE52D9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881813"/>
            <a:ext cx="3476625" cy="742950"/>
          </a:xfrm>
          <a:custGeom xmlns:a="http://schemas.openxmlformats.org/drawingml/2006/main">
            <a:pathLst>
              <a:path w="3476625" h="742950">
                <a:moveTo>
                  <a:pt x="0" y="552450"/>
                </a:moveTo>
                <a:lnTo>
                  <a:pt x="234822" y="549129"/>
                </a:lnTo>
                <a:lnTo>
                  <a:pt x="447704" y="539583"/>
                </a:lnTo>
                <a:lnTo>
                  <a:pt x="640838" y="524433"/>
                </a:lnTo>
                <a:lnTo>
                  <a:pt x="816419" y="504303"/>
                </a:lnTo>
                <a:lnTo>
                  <a:pt x="976642" y="479814"/>
                </a:lnTo>
                <a:lnTo>
                  <a:pt x="1123700" y="451589"/>
                </a:lnTo>
                <a:lnTo>
                  <a:pt x="1259787" y="420252"/>
                </a:lnTo>
                <a:lnTo>
                  <a:pt x="1387098" y="386424"/>
                </a:lnTo>
                <a:lnTo>
                  <a:pt x="1507826" y="350729"/>
                </a:lnTo>
                <a:lnTo>
                  <a:pt x="1624166" y="313788"/>
                </a:lnTo>
                <a:lnTo>
                  <a:pt x="1738313" y="276225"/>
                </a:lnTo>
                <a:lnTo>
                  <a:pt x="1852459" y="238662"/>
                </a:lnTo>
                <a:lnTo>
                  <a:pt x="1968799" y="201721"/>
                </a:lnTo>
                <a:lnTo>
                  <a:pt x="2089527" y="166026"/>
                </a:lnTo>
                <a:lnTo>
                  <a:pt x="2216838" y="132198"/>
                </a:lnTo>
                <a:lnTo>
                  <a:pt x="2352925" y="100861"/>
                </a:lnTo>
                <a:lnTo>
                  <a:pt x="2499983" y="72636"/>
                </a:lnTo>
                <a:lnTo>
                  <a:pt x="2660206" y="48147"/>
                </a:lnTo>
                <a:lnTo>
                  <a:pt x="2835787" y="28017"/>
                </a:lnTo>
                <a:lnTo>
                  <a:pt x="3028921" y="12867"/>
                </a:lnTo>
                <a:lnTo>
                  <a:pt x="3241803" y="3321"/>
                </a:lnTo>
                <a:lnTo>
                  <a:pt x="3476625" y="0"/>
                </a:lnTo>
                <a:lnTo>
                  <a:pt x="3476625" y="190500"/>
                </a:lnTo>
                <a:lnTo>
                  <a:pt x="3241803" y="193821"/>
                </a:lnTo>
                <a:lnTo>
                  <a:pt x="3028921" y="203367"/>
                </a:lnTo>
                <a:lnTo>
                  <a:pt x="2835787" y="218517"/>
                </a:lnTo>
                <a:lnTo>
                  <a:pt x="2660206" y="238647"/>
                </a:lnTo>
                <a:lnTo>
                  <a:pt x="2499983" y="263136"/>
                </a:lnTo>
                <a:lnTo>
                  <a:pt x="2352925" y="291361"/>
                </a:lnTo>
                <a:lnTo>
                  <a:pt x="2216838" y="322698"/>
                </a:lnTo>
                <a:lnTo>
                  <a:pt x="2089527" y="356526"/>
                </a:lnTo>
                <a:lnTo>
                  <a:pt x="1968799" y="392221"/>
                </a:lnTo>
                <a:lnTo>
                  <a:pt x="1852459" y="429162"/>
                </a:lnTo>
                <a:lnTo>
                  <a:pt x="1738313" y="466725"/>
                </a:lnTo>
                <a:lnTo>
                  <a:pt x="1624166" y="504288"/>
                </a:lnTo>
                <a:lnTo>
                  <a:pt x="1507826" y="541229"/>
                </a:lnTo>
                <a:lnTo>
                  <a:pt x="1387098" y="576924"/>
                </a:lnTo>
                <a:lnTo>
                  <a:pt x="1259787" y="610752"/>
                </a:lnTo>
                <a:lnTo>
                  <a:pt x="1123700" y="642089"/>
                </a:lnTo>
                <a:lnTo>
                  <a:pt x="976642" y="670314"/>
                </a:lnTo>
                <a:lnTo>
                  <a:pt x="816419" y="694803"/>
                </a:lnTo>
                <a:lnTo>
                  <a:pt x="640838" y="714933"/>
                </a:lnTo>
                <a:lnTo>
                  <a:pt x="447704" y="730083"/>
                </a:lnTo>
                <a:lnTo>
                  <a:pt x="234822" y="739629"/>
                </a:lnTo>
                <a:lnTo>
                  <a:pt x="0" y="74295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767938-4203-4347-AD1D-7EEF8D80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405688"/>
            <a:ext cx="3476625" cy="314325"/>
          </a:xfrm>
          <a:custGeom xmlns:a="http://schemas.openxmlformats.org/drawingml/2006/main">
            <a:pathLst>
              <a:path w="3476625" h="314325">
                <a:moveTo>
                  <a:pt x="0" y="219075"/>
                </a:moveTo>
                <a:lnTo>
                  <a:pt x="234822" y="217758"/>
                </a:lnTo>
                <a:lnTo>
                  <a:pt x="447704" y="213973"/>
                </a:lnTo>
                <a:lnTo>
                  <a:pt x="640838" y="207965"/>
                </a:lnTo>
                <a:lnTo>
                  <a:pt x="816419" y="199982"/>
                </a:lnTo>
                <a:lnTo>
                  <a:pt x="976642" y="190271"/>
                </a:lnTo>
                <a:lnTo>
                  <a:pt x="1123700" y="179079"/>
                </a:lnTo>
                <a:lnTo>
                  <a:pt x="1259787" y="166652"/>
                </a:lnTo>
                <a:lnTo>
                  <a:pt x="1387098" y="153237"/>
                </a:lnTo>
                <a:lnTo>
                  <a:pt x="1507826" y="139082"/>
                </a:lnTo>
                <a:lnTo>
                  <a:pt x="1624166" y="124433"/>
                </a:lnTo>
                <a:lnTo>
                  <a:pt x="1738313" y="109538"/>
                </a:lnTo>
                <a:lnTo>
                  <a:pt x="1852459" y="94642"/>
                </a:lnTo>
                <a:lnTo>
                  <a:pt x="1968799" y="79993"/>
                </a:lnTo>
                <a:lnTo>
                  <a:pt x="2089527" y="65838"/>
                </a:lnTo>
                <a:lnTo>
                  <a:pt x="2216838" y="52423"/>
                </a:lnTo>
                <a:lnTo>
                  <a:pt x="2352925" y="39996"/>
                </a:lnTo>
                <a:lnTo>
                  <a:pt x="2499983" y="28804"/>
                </a:lnTo>
                <a:lnTo>
                  <a:pt x="2660206" y="19093"/>
                </a:lnTo>
                <a:lnTo>
                  <a:pt x="2835787" y="11110"/>
                </a:lnTo>
                <a:lnTo>
                  <a:pt x="3028921" y="5102"/>
                </a:lnTo>
                <a:lnTo>
                  <a:pt x="3241803" y="1317"/>
                </a:lnTo>
                <a:lnTo>
                  <a:pt x="3476625" y="0"/>
                </a:lnTo>
                <a:lnTo>
                  <a:pt x="3476625" y="95250"/>
                </a:lnTo>
                <a:lnTo>
                  <a:pt x="3241803" y="96567"/>
                </a:lnTo>
                <a:lnTo>
                  <a:pt x="3028921" y="100352"/>
                </a:lnTo>
                <a:lnTo>
                  <a:pt x="2835787" y="106360"/>
                </a:lnTo>
                <a:lnTo>
                  <a:pt x="2660206" y="114343"/>
                </a:lnTo>
                <a:lnTo>
                  <a:pt x="2499983" y="124054"/>
                </a:lnTo>
                <a:lnTo>
                  <a:pt x="2352925" y="135246"/>
                </a:lnTo>
                <a:lnTo>
                  <a:pt x="2216838" y="147673"/>
                </a:lnTo>
                <a:lnTo>
                  <a:pt x="2089527" y="161088"/>
                </a:lnTo>
                <a:lnTo>
                  <a:pt x="1968799" y="175243"/>
                </a:lnTo>
                <a:lnTo>
                  <a:pt x="1852459" y="189892"/>
                </a:lnTo>
                <a:lnTo>
                  <a:pt x="1738313" y="204788"/>
                </a:lnTo>
                <a:lnTo>
                  <a:pt x="1624166" y="219683"/>
                </a:lnTo>
                <a:lnTo>
                  <a:pt x="1507826" y="234332"/>
                </a:lnTo>
                <a:lnTo>
                  <a:pt x="1387098" y="248487"/>
                </a:lnTo>
                <a:lnTo>
                  <a:pt x="1259787" y="261902"/>
                </a:lnTo>
                <a:lnTo>
                  <a:pt x="1123700" y="274329"/>
                </a:lnTo>
                <a:lnTo>
                  <a:pt x="976642" y="285521"/>
                </a:lnTo>
                <a:lnTo>
                  <a:pt x="816419" y="295232"/>
                </a:lnTo>
                <a:lnTo>
                  <a:pt x="640838" y="303215"/>
                </a:lnTo>
                <a:lnTo>
                  <a:pt x="447704" y="309223"/>
                </a:lnTo>
                <a:lnTo>
                  <a:pt x="234822" y="313008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4B5563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A0492E-4620-4131-9CAE-245BEC7F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29313"/>
            <a:ext cx="3476625" cy="2114550"/>
          </a:xfrm>
          <a:custGeom xmlns:a="http://schemas.openxmlformats.org/drawingml/2006/main">
            <a:pathLst>
              <a:path w="3476625" h="2114550">
                <a:moveTo>
                  <a:pt x="0" y="1924050"/>
                </a:moveTo>
                <a:lnTo>
                  <a:pt x="234822" y="1912485"/>
                </a:lnTo>
                <a:lnTo>
                  <a:pt x="447704" y="1879237"/>
                </a:lnTo>
                <a:lnTo>
                  <a:pt x="640838" y="1826474"/>
                </a:lnTo>
                <a:lnTo>
                  <a:pt x="816419" y="1756364"/>
                </a:lnTo>
                <a:lnTo>
                  <a:pt x="976642" y="1671076"/>
                </a:lnTo>
                <a:lnTo>
                  <a:pt x="1123700" y="1572777"/>
                </a:lnTo>
                <a:lnTo>
                  <a:pt x="1259787" y="1463637"/>
                </a:lnTo>
                <a:lnTo>
                  <a:pt x="1387098" y="1345823"/>
                </a:lnTo>
                <a:lnTo>
                  <a:pt x="1507826" y="1221504"/>
                </a:lnTo>
                <a:lnTo>
                  <a:pt x="1624166" y="1092849"/>
                </a:lnTo>
                <a:lnTo>
                  <a:pt x="1738313" y="962025"/>
                </a:lnTo>
                <a:lnTo>
                  <a:pt x="1852459" y="831201"/>
                </a:lnTo>
                <a:lnTo>
                  <a:pt x="1968799" y="702546"/>
                </a:lnTo>
                <a:lnTo>
                  <a:pt x="2089527" y="578227"/>
                </a:lnTo>
                <a:lnTo>
                  <a:pt x="2216838" y="460413"/>
                </a:lnTo>
                <a:lnTo>
                  <a:pt x="2352925" y="351273"/>
                </a:lnTo>
                <a:lnTo>
                  <a:pt x="2499983" y="252974"/>
                </a:lnTo>
                <a:lnTo>
                  <a:pt x="2660206" y="167686"/>
                </a:lnTo>
                <a:lnTo>
                  <a:pt x="2835787" y="97576"/>
                </a:lnTo>
                <a:lnTo>
                  <a:pt x="3028921" y="44813"/>
                </a:lnTo>
                <a:lnTo>
                  <a:pt x="3241803" y="11565"/>
                </a:lnTo>
                <a:lnTo>
                  <a:pt x="3476625" y="0"/>
                </a:lnTo>
                <a:lnTo>
                  <a:pt x="3476625" y="190500"/>
                </a:lnTo>
                <a:lnTo>
                  <a:pt x="3241803" y="202065"/>
                </a:lnTo>
                <a:lnTo>
                  <a:pt x="3028921" y="235313"/>
                </a:lnTo>
                <a:lnTo>
                  <a:pt x="2835787" y="288076"/>
                </a:lnTo>
                <a:lnTo>
                  <a:pt x="2660206" y="358186"/>
                </a:lnTo>
                <a:lnTo>
                  <a:pt x="2499983" y="443474"/>
                </a:lnTo>
                <a:lnTo>
                  <a:pt x="2352925" y="541773"/>
                </a:lnTo>
                <a:lnTo>
                  <a:pt x="2216838" y="650913"/>
                </a:lnTo>
                <a:lnTo>
                  <a:pt x="2089527" y="768727"/>
                </a:lnTo>
                <a:lnTo>
                  <a:pt x="1968799" y="893046"/>
                </a:lnTo>
                <a:lnTo>
                  <a:pt x="1852459" y="1021701"/>
                </a:lnTo>
                <a:lnTo>
                  <a:pt x="1738313" y="1152525"/>
                </a:lnTo>
                <a:lnTo>
                  <a:pt x="1624166" y="1283349"/>
                </a:lnTo>
                <a:lnTo>
                  <a:pt x="1507826" y="1412004"/>
                </a:lnTo>
                <a:lnTo>
                  <a:pt x="1387098" y="1536323"/>
                </a:lnTo>
                <a:lnTo>
                  <a:pt x="1259787" y="1654137"/>
                </a:lnTo>
                <a:lnTo>
                  <a:pt x="1123700" y="1763277"/>
                </a:lnTo>
                <a:lnTo>
                  <a:pt x="976642" y="1861576"/>
                </a:lnTo>
                <a:lnTo>
                  <a:pt x="816419" y="1946864"/>
                </a:lnTo>
                <a:lnTo>
                  <a:pt x="640838" y="2016974"/>
                </a:lnTo>
                <a:lnTo>
                  <a:pt x="447704" y="2069737"/>
                </a:lnTo>
                <a:lnTo>
                  <a:pt x="234822" y="2102985"/>
                </a:lnTo>
                <a:lnTo>
                  <a:pt x="0" y="211455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4AC405-34F7-465D-B645-9ECA49FC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977188"/>
            <a:ext cx="3476625" cy="295275"/>
          </a:xfrm>
          <a:custGeom xmlns:a="http://schemas.openxmlformats.org/drawingml/2006/main">
            <a:pathLst>
              <a:path w="3476625" h="295275">
                <a:moveTo>
                  <a:pt x="0" y="200025"/>
                </a:moveTo>
                <a:lnTo>
                  <a:pt x="234822" y="198823"/>
                </a:lnTo>
                <a:lnTo>
                  <a:pt x="447704" y="195366"/>
                </a:lnTo>
                <a:lnTo>
                  <a:pt x="640838" y="189881"/>
                </a:lnTo>
                <a:lnTo>
                  <a:pt x="816419" y="182592"/>
                </a:lnTo>
                <a:lnTo>
                  <a:pt x="976642" y="173726"/>
                </a:lnTo>
                <a:lnTo>
                  <a:pt x="1123700" y="163507"/>
                </a:lnTo>
                <a:lnTo>
                  <a:pt x="1259787" y="152160"/>
                </a:lnTo>
                <a:lnTo>
                  <a:pt x="1387098" y="139912"/>
                </a:lnTo>
                <a:lnTo>
                  <a:pt x="1507826" y="126988"/>
                </a:lnTo>
                <a:lnTo>
                  <a:pt x="1624166" y="113613"/>
                </a:lnTo>
                <a:lnTo>
                  <a:pt x="1738313" y="100013"/>
                </a:lnTo>
                <a:lnTo>
                  <a:pt x="1852459" y="86412"/>
                </a:lnTo>
                <a:lnTo>
                  <a:pt x="1968799" y="73037"/>
                </a:lnTo>
                <a:lnTo>
                  <a:pt x="2089527" y="60113"/>
                </a:lnTo>
                <a:lnTo>
                  <a:pt x="2216838" y="47865"/>
                </a:lnTo>
                <a:lnTo>
                  <a:pt x="2352925" y="36518"/>
                </a:lnTo>
                <a:lnTo>
                  <a:pt x="2499983" y="26299"/>
                </a:lnTo>
                <a:lnTo>
                  <a:pt x="2660206" y="17433"/>
                </a:lnTo>
                <a:lnTo>
                  <a:pt x="2835787" y="10144"/>
                </a:lnTo>
                <a:lnTo>
                  <a:pt x="3028921" y="4659"/>
                </a:lnTo>
                <a:lnTo>
                  <a:pt x="3241803" y="1202"/>
                </a:lnTo>
                <a:lnTo>
                  <a:pt x="3476625" y="0"/>
                </a:lnTo>
                <a:lnTo>
                  <a:pt x="3476625" y="95250"/>
                </a:lnTo>
                <a:lnTo>
                  <a:pt x="3241803" y="96452"/>
                </a:lnTo>
                <a:lnTo>
                  <a:pt x="3028921" y="99909"/>
                </a:lnTo>
                <a:lnTo>
                  <a:pt x="2835787" y="105394"/>
                </a:lnTo>
                <a:lnTo>
                  <a:pt x="2660206" y="112683"/>
                </a:lnTo>
                <a:lnTo>
                  <a:pt x="2499983" y="121549"/>
                </a:lnTo>
                <a:lnTo>
                  <a:pt x="2352925" y="131768"/>
                </a:lnTo>
                <a:lnTo>
                  <a:pt x="2216838" y="143115"/>
                </a:lnTo>
                <a:lnTo>
                  <a:pt x="2089527" y="155363"/>
                </a:lnTo>
                <a:lnTo>
                  <a:pt x="1968799" y="168287"/>
                </a:lnTo>
                <a:lnTo>
                  <a:pt x="1852459" y="181662"/>
                </a:lnTo>
                <a:lnTo>
                  <a:pt x="1738313" y="195263"/>
                </a:lnTo>
                <a:lnTo>
                  <a:pt x="1624166" y="208863"/>
                </a:lnTo>
                <a:lnTo>
                  <a:pt x="1507826" y="222238"/>
                </a:lnTo>
                <a:lnTo>
                  <a:pt x="1387098" y="235162"/>
                </a:lnTo>
                <a:lnTo>
                  <a:pt x="1259787" y="247410"/>
                </a:lnTo>
                <a:lnTo>
                  <a:pt x="1123700" y="258757"/>
                </a:lnTo>
                <a:lnTo>
                  <a:pt x="976642" y="268976"/>
                </a:lnTo>
                <a:lnTo>
                  <a:pt x="816419" y="277842"/>
                </a:lnTo>
                <a:lnTo>
                  <a:pt x="640838" y="285131"/>
                </a:lnTo>
                <a:lnTo>
                  <a:pt x="447704" y="290616"/>
                </a:lnTo>
                <a:lnTo>
                  <a:pt x="234822" y="294073"/>
                </a:lnTo>
                <a:lnTo>
                  <a:pt x="0" y="295275"/>
                </a:lnTo>
                <a:close/>
              </a:path>
            </a:pathLst>
          </a:custGeom>
          <a:solidFill xmlns:a="http://schemas.openxmlformats.org/drawingml/2006/main">
            <a:srgbClr val="D7191C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17A9BE-3717-4064-A6E7-158B7B6F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119813"/>
            <a:ext cx="3476625" cy="2381250"/>
          </a:xfrm>
          <a:custGeom xmlns:a="http://schemas.openxmlformats.org/drawingml/2006/main">
            <a:pathLst>
              <a:path w="3476625" h="2381250">
                <a:moveTo>
                  <a:pt x="0" y="2286000"/>
                </a:moveTo>
                <a:lnTo>
                  <a:pt x="234822" y="2272260"/>
                </a:lnTo>
                <a:lnTo>
                  <a:pt x="447704" y="2232757"/>
                </a:lnTo>
                <a:lnTo>
                  <a:pt x="640838" y="2170068"/>
                </a:lnTo>
                <a:lnTo>
                  <a:pt x="816419" y="2086769"/>
                </a:lnTo>
                <a:lnTo>
                  <a:pt x="976642" y="1985437"/>
                </a:lnTo>
                <a:lnTo>
                  <a:pt x="1123700" y="1868646"/>
                </a:lnTo>
                <a:lnTo>
                  <a:pt x="1259787" y="1738974"/>
                </a:lnTo>
                <a:lnTo>
                  <a:pt x="1387098" y="1598998"/>
                </a:lnTo>
                <a:lnTo>
                  <a:pt x="1507826" y="1451292"/>
                </a:lnTo>
                <a:lnTo>
                  <a:pt x="1624166" y="1298434"/>
                </a:lnTo>
                <a:lnTo>
                  <a:pt x="1738313" y="1143000"/>
                </a:lnTo>
                <a:lnTo>
                  <a:pt x="1852459" y="987566"/>
                </a:lnTo>
                <a:lnTo>
                  <a:pt x="1968799" y="834708"/>
                </a:lnTo>
                <a:lnTo>
                  <a:pt x="2089527" y="687002"/>
                </a:lnTo>
                <a:lnTo>
                  <a:pt x="2216838" y="547026"/>
                </a:lnTo>
                <a:lnTo>
                  <a:pt x="2352925" y="417354"/>
                </a:lnTo>
                <a:lnTo>
                  <a:pt x="2499983" y="300563"/>
                </a:lnTo>
                <a:lnTo>
                  <a:pt x="2660206" y="199231"/>
                </a:lnTo>
                <a:lnTo>
                  <a:pt x="2835787" y="115932"/>
                </a:lnTo>
                <a:lnTo>
                  <a:pt x="3028921" y="53243"/>
                </a:lnTo>
                <a:lnTo>
                  <a:pt x="3241803" y="13740"/>
                </a:lnTo>
                <a:lnTo>
                  <a:pt x="3476625" y="0"/>
                </a:lnTo>
                <a:lnTo>
                  <a:pt x="3476625" y="95250"/>
                </a:lnTo>
                <a:lnTo>
                  <a:pt x="3241803" y="108990"/>
                </a:lnTo>
                <a:lnTo>
                  <a:pt x="3028921" y="148493"/>
                </a:lnTo>
                <a:lnTo>
                  <a:pt x="2835787" y="211182"/>
                </a:lnTo>
                <a:lnTo>
                  <a:pt x="2660206" y="294481"/>
                </a:lnTo>
                <a:lnTo>
                  <a:pt x="2499983" y="395813"/>
                </a:lnTo>
                <a:lnTo>
                  <a:pt x="2352925" y="512604"/>
                </a:lnTo>
                <a:lnTo>
                  <a:pt x="2216838" y="642276"/>
                </a:lnTo>
                <a:lnTo>
                  <a:pt x="2089527" y="782252"/>
                </a:lnTo>
                <a:lnTo>
                  <a:pt x="1968799" y="929958"/>
                </a:lnTo>
                <a:lnTo>
                  <a:pt x="1852459" y="1082816"/>
                </a:lnTo>
                <a:lnTo>
                  <a:pt x="1738313" y="1238250"/>
                </a:lnTo>
                <a:lnTo>
                  <a:pt x="1624166" y="1393684"/>
                </a:lnTo>
                <a:lnTo>
                  <a:pt x="1507826" y="1546542"/>
                </a:lnTo>
                <a:lnTo>
                  <a:pt x="1387098" y="1694248"/>
                </a:lnTo>
                <a:lnTo>
                  <a:pt x="1259787" y="1834224"/>
                </a:lnTo>
                <a:lnTo>
                  <a:pt x="1123700" y="1963896"/>
                </a:lnTo>
                <a:lnTo>
                  <a:pt x="976642" y="2080687"/>
                </a:lnTo>
                <a:lnTo>
                  <a:pt x="816419" y="2182019"/>
                </a:lnTo>
                <a:lnTo>
                  <a:pt x="640838" y="2265318"/>
                </a:lnTo>
                <a:lnTo>
                  <a:pt x="447704" y="2328007"/>
                </a:lnTo>
                <a:lnTo>
                  <a:pt x="234822" y="2367510"/>
                </a:lnTo>
                <a:lnTo>
                  <a:pt x="0" y="23812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6ADE8F-E03C-4495-8846-856604E6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8548688"/>
            <a:ext cx="3476625" cy="180975"/>
          </a:xfrm>
          <a:custGeom xmlns:a="http://schemas.openxmlformats.org/drawingml/2006/main">
            <a:pathLst>
              <a:path w="3476625" h="180975">
                <a:moveTo>
                  <a:pt x="0" y="85725"/>
                </a:moveTo>
                <a:lnTo>
                  <a:pt x="234822" y="85210"/>
                </a:lnTo>
                <a:lnTo>
                  <a:pt x="447704" y="83728"/>
                </a:lnTo>
                <a:lnTo>
                  <a:pt x="640838" y="81378"/>
                </a:lnTo>
                <a:lnTo>
                  <a:pt x="816419" y="78254"/>
                </a:lnTo>
                <a:lnTo>
                  <a:pt x="976642" y="74454"/>
                </a:lnTo>
                <a:lnTo>
                  <a:pt x="1123700" y="70074"/>
                </a:lnTo>
                <a:lnTo>
                  <a:pt x="1259787" y="65212"/>
                </a:lnTo>
                <a:lnTo>
                  <a:pt x="1387098" y="59962"/>
                </a:lnTo>
                <a:lnTo>
                  <a:pt x="1507826" y="54423"/>
                </a:lnTo>
                <a:lnTo>
                  <a:pt x="1624166" y="48691"/>
                </a:lnTo>
                <a:lnTo>
                  <a:pt x="1738313" y="42863"/>
                </a:lnTo>
                <a:lnTo>
                  <a:pt x="1852459" y="37034"/>
                </a:lnTo>
                <a:lnTo>
                  <a:pt x="1968799" y="31302"/>
                </a:lnTo>
                <a:lnTo>
                  <a:pt x="2089527" y="25763"/>
                </a:lnTo>
                <a:lnTo>
                  <a:pt x="2216838" y="20513"/>
                </a:lnTo>
                <a:lnTo>
                  <a:pt x="2352925" y="15651"/>
                </a:lnTo>
                <a:lnTo>
                  <a:pt x="2499983" y="11271"/>
                </a:lnTo>
                <a:lnTo>
                  <a:pt x="2660206" y="7471"/>
                </a:lnTo>
                <a:lnTo>
                  <a:pt x="2835787" y="4347"/>
                </a:lnTo>
                <a:lnTo>
                  <a:pt x="3028921" y="1997"/>
                </a:lnTo>
                <a:lnTo>
                  <a:pt x="3241803" y="515"/>
                </a:lnTo>
                <a:lnTo>
                  <a:pt x="3476625" y="0"/>
                </a:lnTo>
                <a:lnTo>
                  <a:pt x="3476625" y="95250"/>
                </a:lnTo>
                <a:lnTo>
                  <a:pt x="3241803" y="95765"/>
                </a:lnTo>
                <a:lnTo>
                  <a:pt x="3028921" y="97247"/>
                </a:lnTo>
                <a:lnTo>
                  <a:pt x="2835787" y="99597"/>
                </a:lnTo>
                <a:lnTo>
                  <a:pt x="2660206" y="102721"/>
                </a:lnTo>
                <a:lnTo>
                  <a:pt x="2499983" y="106521"/>
                </a:lnTo>
                <a:lnTo>
                  <a:pt x="2352925" y="110901"/>
                </a:lnTo>
                <a:lnTo>
                  <a:pt x="2216838" y="115763"/>
                </a:lnTo>
                <a:lnTo>
                  <a:pt x="2089527" y="121013"/>
                </a:lnTo>
                <a:lnTo>
                  <a:pt x="1968799" y="126552"/>
                </a:lnTo>
                <a:lnTo>
                  <a:pt x="1852459" y="132284"/>
                </a:lnTo>
                <a:lnTo>
                  <a:pt x="1738313" y="138113"/>
                </a:lnTo>
                <a:lnTo>
                  <a:pt x="1624166" y="143941"/>
                </a:lnTo>
                <a:lnTo>
                  <a:pt x="1507826" y="149673"/>
                </a:lnTo>
                <a:lnTo>
                  <a:pt x="1387098" y="155212"/>
                </a:lnTo>
                <a:lnTo>
                  <a:pt x="1259787" y="160462"/>
                </a:lnTo>
                <a:lnTo>
                  <a:pt x="1123700" y="165324"/>
                </a:lnTo>
                <a:lnTo>
                  <a:pt x="976642" y="169704"/>
                </a:lnTo>
                <a:lnTo>
                  <a:pt x="816419" y="173504"/>
                </a:lnTo>
                <a:lnTo>
                  <a:pt x="640838" y="176628"/>
                </a:lnTo>
                <a:lnTo>
                  <a:pt x="447704" y="178978"/>
                </a:lnTo>
                <a:lnTo>
                  <a:pt x="234822" y="180460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2354F4-6772-4737-A300-09A87F1A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47813"/>
            <a:ext cx="4524375" cy="766763"/>
          </a:xfrm>
          <a:custGeom xmlns:a="http://schemas.openxmlformats.org/drawingml/2006/main">
            <a:pathLst>
              <a:path w="4524375" h="766763">
                <a:moveTo>
                  <a:pt x="0" y="0"/>
                </a:moveTo>
                <a:lnTo>
                  <a:pt x="305591" y="2319"/>
                </a:lnTo>
                <a:lnTo>
                  <a:pt x="582628" y="8985"/>
                </a:lnTo>
                <a:lnTo>
                  <a:pt x="833967" y="19563"/>
                </a:lnTo>
                <a:lnTo>
                  <a:pt x="1062463" y="33620"/>
                </a:lnTo>
                <a:lnTo>
                  <a:pt x="1270972" y="50720"/>
                </a:lnTo>
                <a:lnTo>
                  <a:pt x="1462349" y="70428"/>
                </a:lnTo>
                <a:lnTo>
                  <a:pt x="1639449" y="92311"/>
                </a:lnTo>
                <a:lnTo>
                  <a:pt x="1805127" y="115932"/>
                </a:lnTo>
                <a:lnTo>
                  <a:pt x="1962239" y="140857"/>
                </a:lnTo>
                <a:lnTo>
                  <a:pt x="2113641" y="166652"/>
                </a:lnTo>
                <a:lnTo>
                  <a:pt x="2262188" y="192881"/>
                </a:lnTo>
                <a:lnTo>
                  <a:pt x="2410734" y="219111"/>
                </a:lnTo>
                <a:lnTo>
                  <a:pt x="2562136" y="244906"/>
                </a:lnTo>
                <a:lnTo>
                  <a:pt x="2719248" y="269831"/>
                </a:lnTo>
                <a:lnTo>
                  <a:pt x="2884926" y="293452"/>
                </a:lnTo>
                <a:lnTo>
                  <a:pt x="3062026" y="315334"/>
                </a:lnTo>
                <a:lnTo>
                  <a:pt x="3253403" y="335042"/>
                </a:lnTo>
                <a:lnTo>
                  <a:pt x="3461912" y="352142"/>
                </a:lnTo>
                <a:lnTo>
                  <a:pt x="3690408" y="366199"/>
                </a:lnTo>
                <a:lnTo>
                  <a:pt x="3941747" y="376778"/>
                </a:lnTo>
                <a:lnTo>
                  <a:pt x="4218784" y="383444"/>
                </a:lnTo>
                <a:lnTo>
                  <a:pt x="4524375" y="385763"/>
                </a:lnTo>
                <a:lnTo>
                  <a:pt x="4524375" y="766763"/>
                </a:lnTo>
                <a:lnTo>
                  <a:pt x="4218784" y="764444"/>
                </a:lnTo>
                <a:lnTo>
                  <a:pt x="3941747" y="757778"/>
                </a:lnTo>
                <a:lnTo>
                  <a:pt x="3690408" y="747199"/>
                </a:lnTo>
                <a:lnTo>
                  <a:pt x="3461912" y="733142"/>
                </a:lnTo>
                <a:lnTo>
                  <a:pt x="3253403" y="716042"/>
                </a:lnTo>
                <a:lnTo>
                  <a:pt x="3062026" y="696334"/>
                </a:lnTo>
                <a:lnTo>
                  <a:pt x="2884926" y="674452"/>
                </a:lnTo>
                <a:lnTo>
                  <a:pt x="2719248" y="650831"/>
                </a:lnTo>
                <a:lnTo>
                  <a:pt x="2562136" y="625906"/>
                </a:lnTo>
                <a:lnTo>
                  <a:pt x="2410734" y="600111"/>
                </a:lnTo>
                <a:lnTo>
                  <a:pt x="2262188" y="573881"/>
                </a:lnTo>
                <a:lnTo>
                  <a:pt x="2113641" y="547652"/>
                </a:lnTo>
                <a:lnTo>
                  <a:pt x="1962239" y="521857"/>
                </a:lnTo>
                <a:lnTo>
                  <a:pt x="1805127" y="496932"/>
                </a:lnTo>
                <a:lnTo>
                  <a:pt x="1639449" y="473311"/>
                </a:lnTo>
                <a:lnTo>
                  <a:pt x="1462349" y="451428"/>
                </a:lnTo>
                <a:lnTo>
                  <a:pt x="1270972" y="431720"/>
                </a:lnTo>
                <a:lnTo>
                  <a:pt x="1062463" y="414620"/>
                </a:lnTo>
                <a:lnTo>
                  <a:pt x="833967" y="400563"/>
                </a:lnTo>
                <a:lnTo>
                  <a:pt x="582628" y="389985"/>
                </a:lnTo>
                <a:lnTo>
                  <a:pt x="305591" y="383319"/>
                </a:lnTo>
                <a:lnTo>
                  <a:pt x="0" y="381000"/>
                </a:lnTo>
                <a:close/>
              </a:path>
            </a:pathLst>
          </a:custGeom>
          <a:solidFill xmlns:a="http://schemas.openxmlformats.org/drawingml/2006/main">
            <a:srgbClr val="0B6B3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2B8621-20F7-42BD-B396-49DFBC6E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8813"/>
            <a:ext cx="4524375" cy="1185863"/>
          </a:xfrm>
          <a:custGeom xmlns:a="http://schemas.openxmlformats.org/drawingml/2006/main">
            <a:pathLst>
              <a:path w="4524375" h="1185863">
                <a:moveTo>
                  <a:pt x="0" y="0"/>
                </a:moveTo>
                <a:lnTo>
                  <a:pt x="305591" y="6555"/>
                </a:lnTo>
                <a:lnTo>
                  <a:pt x="582628" y="25401"/>
                </a:lnTo>
                <a:lnTo>
                  <a:pt x="833967" y="55309"/>
                </a:lnTo>
                <a:lnTo>
                  <a:pt x="1062463" y="95050"/>
                </a:lnTo>
                <a:lnTo>
                  <a:pt x="1270972" y="143394"/>
                </a:lnTo>
                <a:lnTo>
                  <a:pt x="1462349" y="199113"/>
                </a:lnTo>
                <a:lnTo>
                  <a:pt x="1639449" y="260977"/>
                </a:lnTo>
                <a:lnTo>
                  <a:pt x="1805127" y="327757"/>
                </a:lnTo>
                <a:lnTo>
                  <a:pt x="1962239" y="398225"/>
                </a:lnTo>
                <a:lnTo>
                  <a:pt x="2113641" y="471151"/>
                </a:lnTo>
                <a:lnTo>
                  <a:pt x="2262188" y="545306"/>
                </a:lnTo>
                <a:lnTo>
                  <a:pt x="2410734" y="619461"/>
                </a:lnTo>
                <a:lnTo>
                  <a:pt x="2562136" y="692387"/>
                </a:lnTo>
                <a:lnTo>
                  <a:pt x="2719248" y="762855"/>
                </a:lnTo>
                <a:lnTo>
                  <a:pt x="2884926" y="829636"/>
                </a:lnTo>
                <a:lnTo>
                  <a:pt x="3062026" y="891500"/>
                </a:lnTo>
                <a:lnTo>
                  <a:pt x="3253403" y="947219"/>
                </a:lnTo>
                <a:lnTo>
                  <a:pt x="3461912" y="995563"/>
                </a:lnTo>
                <a:lnTo>
                  <a:pt x="3690408" y="1035303"/>
                </a:lnTo>
                <a:lnTo>
                  <a:pt x="3941747" y="1065211"/>
                </a:lnTo>
                <a:lnTo>
                  <a:pt x="4218784" y="1084057"/>
                </a:lnTo>
                <a:lnTo>
                  <a:pt x="4524375" y="1090613"/>
                </a:lnTo>
                <a:lnTo>
                  <a:pt x="4524375" y="1185863"/>
                </a:lnTo>
                <a:lnTo>
                  <a:pt x="4218784" y="1179307"/>
                </a:lnTo>
                <a:lnTo>
                  <a:pt x="3941747" y="1160461"/>
                </a:lnTo>
                <a:lnTo>
                  <a:pt x="3690408" y="1130553"/>
                </a:lnTo>
                <a:lnTo>
                  <a:pt x="3461912" y="1090813"/>
                </a:lnTo>
                <a:lnTo>
                  <a:pt x="3253403" y="1042469"/>
                </a:lnTo>
                <a:lnTo>
                  <a:pt x="3062026" y="986750"/>
                </a:lnTo>
                <a:lnTo>
                  <a:pt x="2884926" y="924886"/>
                </a:lnTo>
                <a:lnTo>
                  <a:pt x="2719248" y="858105"/>
                </a:lnTo>
                <a:lnTo>
                  <a:pt x="2562136" y="787637"/>
                </a:lnTo>
                <a:lnTo>
                  <a:pt x="2410734" y="714711"/>
                </a:lnTo>
                <a:lnTo>
                  <a:pt x="2262188" y="640556"/>
                </a:lnTo>
                <a:lnTo>
                  <a:pt x="2113641" y="566401"/>
                </a:lnTo>
                <a:lnTo>
                  <a:pt x="1962239" y="493475"/>
                </a:lnTo>
                <a:lnTo>
                  <a:pt x="1805127" y="423007"/>
                </a:lnTo>
                <a:lnTo>
                  <a:pt x="1639449" y="356227"/>
                </a:lnTo>
                <a:lnTo>
                  <a:pt x="1462349" y="294363"/>
                </a:lnTo>
                <a:lnTo>
                  <a:pt x="1270972" y="238644"/>
                </a:lnTo>
                <a:lnTo>
                  <a:pt x="1062463" y="190300"/>
                </a:lnTo>
                <a:lnTo>
                  <a:pt x="833967" y="150559"/>
                </a:lnTo>
                <a:lnTo>
                  <a:pt x="582628" y="120651"/>
                </a:lnTo>
                <a:lnTo>
                  <a:pt x="305591" y="101805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37C07F-5CDA-4D81-A3B6-01F7DBCE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24063"/>
            <a:ext cx="4524375" cy="3128963"/>
          </a:xfrm>
          <a:custGeom xmlns:a="http://schemas.openxmlformats.org/drawingml/2006/main">
            <a:pathLst>
              <a:path w="4524375" h="3128963">
                <a:moveTo>
                  <a:pt x="0" y="0"/>
                </a:moveTo>
                <a:lnTo>
                  <a:pt x="305591" y="17089"/>
                </a:lnTo>
                <a:lnTo>
                  <a:pt x="582628" y="66221"/>
                </a:lnTo>
                <a:lnTo>
                  <a:pt x="833967" y="144190"/>
                </a:lnTo>
                <a:lnTo>
                  <a:pt x="1062463" y="247793"/>
                </a:lnTo>
                <a:lnTo>
                  <a:pt x="1270972" y="373826"/>
                </a:lnTo>
                <a:lnTo>
                  <a:pt x="1462349" y="519084"/>
                </a:lnTo>
                <a:lnTo>
                  <a:pt x="1639449" y="680363"/>
                </a:lnTo>
                <a:lnTo>
                  <a:pt x="1805127" y="854459"/>
                </a:lnTo>
                <a:lnTo>
                  <a:pt x="1962239" y="1038168"/>
                </a:lnTo>
                <a:lnTo>
                  <a:pt x="2113641" y="1228285"/>
                </a:lnTo>
                <a:lnTo>
                  <a:pt x="2262188" y="1421606"/>
                </a:lnTo>
                <a:lnTo>
                  <a:pt x="2410734" y="1614928"/>
                </a:lnTo>
                <a:lnTo>
                  <a:pt x="2562136" y="1805045"/>
                </a:lnTo>
                <a:lnTo>
                  <a:pt x="2719248" y="1988753"/>
                </a:lnTo>
                <a:lnTo>
                  <a:pt x="2884926" y="2162849"/>
                </a:lnTo>
                <a:lnTo>
                  <a:pt x="3062026" y="2324129"/>
                </a:lnTo>
                <a:lnTo>
                  <a:pt x="3253403" y="2469387"/>
                </a:lnTo>
                <a:lnTo>
                  <a:pt x="3461912" y="2595419"/>
                </a:lnTo>
                <a:lnTo>
                  <a:pt x="3690408" y="2699023"/>
                </a:lnTo>
                <a:lnTo>
                  <a:pt x="3941747" y="2776992"/>
                </a:lnTo>
                <a:lnTo>
                  <a:pt x="4218784" y="2826123"/>
                </a:lnTo>
                <a:lnTo>
                  <a:pt x="4524375" y="2843213"/>
                </a:lnTo>
                <a:lnTo>
                  <a:pt x="4524375" y="3128963"/>
                </a:lnTo>
                <a:lnTo>
                  <a:pt x="4218784" y="3111873"/>
                </a:lnTo>
                <a:lnTo>
                  <a:pt x="3941747" y="3062742"/>
                </a:lnTo>
                <a:lnTo>
                  <a:pt x="3690408" y="2984773"/>
                </a:lnTo>
                <a:lnTo>
                  <a:pt x="3461912" y="2881169"/>
                </a:lnTo>
                <a:lnTo>
                  <a:pt x="3253403" y="2755137"/>
                </a:lnTo>
                <a:lnTo>
                  <a:pt x="3062026" y="2609879"/>
                </a:lnTo>
                <a:lnTo>
                  <a:pt x="2884926" y="2448599"/>
                </a:lnTo>
                <a:lnTo>
                  <a:pt x="2719248" y="2274503"/>
                </a:lnTo>
                <a:lnTo>
                  <a:pt x="2562136" y="2090795"/>
                </a:lnTo>
                <a:lnTo>
                  <a:pt x="2410734" y="1900678"/>
                </a:lnTo>
                <a:lnTo>
                  <a:pt x="2262188" y="1707356"/>
                </a:lnTo>
                <a:lnTo>
                  <a:pt x="2113641" y="1514035"/>
                </a:lnTo>
                <a:lnTo>
                  <a:pt x="1962239" y="1323918"/>
                </a:lnTo>
                <a:lnTo>
                  <a:pt x="1805127" y="1140209"/>
                </a:lnTo>
                <a:lnTo>
                  <a:pt x="1639449" y="966113"/>
                </a:lnTo>
                <a:lnTo>
                  <a:pt x="1462349" y="804834"/>
                </a:lnTo>
                <a:lnTo>
                  <a:pt x="1270972" y="659576"/>
                </a:lnTo>
                <a:lnTo>
                  <a:pt x="1062463" y="533543"/>
                </a:lnTo>
                <a:lnTo>
                  <a:pt x="833967" y="429940"/>
                </a:lnTo>
                <a:lnTo>
                  <a:pt x="582628" y="351971"/>
                </a:lnTo>
                <a:lnTo>
                  <a:pt x="305591" y="302839"/>
                </a:lnTo>
                <a:lnTo>
                  <a:pt x="0" y="285750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37F84D-D959-44ED-89D3-4AB188BD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09813"/>
            <a:ext cx="4524375" cy="3929063"/>
          </a:xfrm>
          <a:custGeom xmlns:a="http://schemas.openxmlformats.org/drawingml/2006/main">
            <a:pathLst>
              <a:path w="4524375" h="3929063">
                <a:moveTo>
                  <a:pt x="0" y="0"/>
                </a:moveTo>
                <a:lnTo>
                  <a:pt x="305591" y="22471"/>
                </a:lnTo>
                <a:lnTo>
                  <a:pt x="582628" y="87074"/>
                </a:lnTo>
                <a:lnTo>
                  <a:pt x="833967" y="189597"/>
                </a:lnTo>
                <a:lnTo>
                  <a:pt x="1062463" y="325825"/>
                </a:lnTo>
                <a:lnTo>
                  <a:pt x="1270972" y="491547"/>
                </a:lnTo>
                <a:lnTo>
                  <a:pt x="1462349" y="682547"/>
                </a:lnTo>
                <a:lnTo>
                  <a:pt x="1639449" y="894615"/>
                </a:lnTo>
                <a:lnTo>
                  <a:pt x="1805127" y="1123535"/>
                </a:lnTo>
                <a:lnTo>
                  <a:pt x="1962239" y="1365095"/>
                </a:lnTo>
                <a:lnTo>
                  <a:pt x="2113641" y="1615081"/>
                </a:lnTo>
                <a:lnTo>
                  <a:pt x="2262188" y="1869281"/>
                </a:lnTo>
                <a:lnTo>
                  <a:pt x="2410734" y="2123481"/>
                </a:lnTo>
                <a:lnTo>
                  <a:pt x="2562136" y="2373468"/>
                </a:lnTo>
                <a:lnTo>
                  <a:pt x="2719248" y="2615028"/>
                </a:lnTo>
                <a:lnTo>
                  <a:pt x="2884926" y="2843948"/>
                </a:lnTo>
                <a:lnTo>
                  <a:pt x="3062026" y="3056015"/>
                </a:lnTo>
                <a:lnTo>
                  <a:pt x="3253403" y="3247016"/>
                </a:lnTo>
                <a:lnTo>
                  <a:pt x="3461912" y="3412737"/>
                </a:lnTo>
                <a:lnTo>
                  <a:pt x="3690408" y="3548966"/>
                </a:lnTo>
                <a:lnTo>
                  <a:pt x="3941747" y="3651489"/>
                </a:lnTo>
                <a:lnTo>
                  <a:pt x="4218784" y="3716092"/>
                </a:lnTo>
                <a:lnTo>
                  <a:pt x="4524375" y="3738563"/>
                </a:lnTo>
                <a:lnTo>
                  <a:pt x="4524375" y="3929063"/>
                </a:lnTo>
                <a:lnTo>
                  <a:pt x="4218784" y="3906592"/>
                </a:lnTo>
                <a:lnTo>
                  <a:pt x="3941747" y="3841989"/>
                </a:lnTo>
                <a:lnTo>
                  <a:pt x="3690408" y="3739466"/>
                </a:lnTo>
                <a:lnTo>
                  <a:pt x="3461912" y="3603237"/>
                </a:lnTo>
                <a:lnTo>
                  <a:pt x="3253403" y="3437516"/>
                </a:lnTo>
                <a:lnTo>
                  <a:pt x="3062026" y="3246515"/>
                </a:lnTo>
                <a:lnTo>
                  <a:pt x="2884926" y="3034448"/>
                </a:lnTo>
                <a:lnTo>
                  <a:pt x="2719248" y="2805528"/>
                </a:lnTo>
                <a:lnTo>
                  <a:pt x="2562136" y="2563968"/>
                </a:lnTo>
                <a:lnTo>
                  <a:pt x="2410734" y="2313981"/>
                </a:lnTo>
                <a:lnTo>
                  <a:pt x="2262188" y="2059781"/>
                </a:lnTo>
                <a:lnTo>
                  <a:pt x="2113641" y="1805581"/>
                </a:lnTo>
                <a:lnTo>
                  <a:pt x="1962239" y="1555595"/>
                </a:lnTo>
                <a:lnTo>
                  <a:pt x="1805127" y="1314035"/>
                </a:lnTo>
                <a:lnTo>
                  <a:pt x="1639449" y="1085115"/>
                </a:lnTo>
                <a:lnTo>
                  <a:pt x="1462349" y="873047"/>
                </a:lnTo>
                <a:lnTo>
                  <a:pt x="1270972" y="682047"/>
                </a:lnTo>
                <a:lnTo>
                  <a:pt x="1062463" y="516325"/>
                </a:lnTo>
                <a:lnTo>
                  <a:pt x="833967" y="380097"/>
                </a:lnTo>
                <a:lnTo>
                  <a:pt x="582628" y="277574"/>
                </a:lnTo>
                <a:lnTo>
                  <a:pt x="305591" y="212971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D5B3B8-3BF6-4254-A527-189404CA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00313"/>
            <a:ext cx="4524375" cy="5300663"/>
          </a:xfrm>
          <a:custGeom xmlns:a="http://schemas.openxmlformats.org/drawingml/2006/main">
            <a:pathLst>
              <a:path w="4524375" h="5300663">
                <a:moveTo>
                  <a:pt x="0" y="0"/>
                </a:moveTo>
                <a:lnTo>
                  <a:pt x="305591" y="27852"/>
                </a:lnTo>
                <a:lnTo>
                  <a:pt x="582628" y="107927"/>
                </a:lnTo>
                <a:lnTo>
                  <a:pt x="833967" y="235003"/>
                </a:lnTo>
                <a:lnTo>
                  <a:pt x="1062463" y="403857"/>
                </a:lnTo>
                <a:lnTo>
                  <a:pt x="1270972" y="609267"/>
                </a:lnTo>
                <a:lnTo>
                  <a:pt x="1462349" y="846011"/>
                </a:lnTo>
                <a:lnTo>
                  <a:pt x="1639449" y="1108866"/>
                </a:lnTo>
                <a:lnTo>
                  <a:pt x="1805127" y="1392611"/>
                </a:lnTo>
                <a:lnTo>
                  <a:pt x="1962239" y="1692022"/>
                </a:lnTo>
                <a:lnTo>
                  <a:pt x="2113641" y="2001878"/>
                </a:lnTo>
                <a:lnTo>
                  <a:pt x="2262188" y="2316956"/>
                </a:lnTo>
                <a:lnTo>
                  <a:pt x="2410734" y="2632034"/>
                </a:lnTo>
                <a:lnTo>
                  <a:pt x="2562136" y="2941890"/>
                </a:lnTo>
                <a:lnTo>
                  <a:pt x="2719248" y="3241302"/>
                </a:lnTo>
                <a:lnTo>
                  <a:pt x="2884926" y="3525046"/>
                </a:lnTo>
                <a:lnTo>
                  <a:pt x="3062026" y="3787901"/>
                </a:lnTo>
                <a:lnTo>
                  <a:pt x="3253403" y="4024645"/>
                </a:lnTo>
                <a:lnTo>
                  <a:pt x="3461912" y="4230055"/>
                </a:lnTo>
                <a:lnTo>
                  <a:pt x="3690408" y="4398909"/>
                </a:lnTo>
                <a:lnTo>
                  <a:pt x="3941747" y="4525985"/>
                </a:lnTo>
                <a:lnTo>
                  <a:pt x="4218784" y="4606060"/>
                </a:lnTo>
                <a:lnTo>
                  <a:pt x="4524375" y="4633913"/>
                </a:lnTo>
                <a:lnTo>
                  <a:pt x="4524375" y="5300663"/>
                </a:lnTo>
                <a:lnTo>
                  <a:pt x="4218784" y="5272810"/>
                </a:lnTo>
                <a:lnTo>
                  <a:pt x="3941747" y="5192735"/>
                </a:lnTo>
                <a:lnTo>
                  <a:pt x="3690408" y="5065659"/>
                </a:lnTo>
                <a:lnTo>
                  <a:pt x="3461912" y="4896805"/>
                </a:lnTo>
                <a:lnTo>
                  <a:pt x="3253403" y="4691395"/>
                </a:lnTo>
                <a:lnTo>
                  <a:pt x="3062026" y="4454651"/>
                </a:lnTo>
                <a:lnTo>
                  <a:pt x="2884926" y="4191796"/>
                </a:lnTo>
                <a:lnTo>
                  <a:pt x="2719248" y="3908052"/>
                </a:lnTo>
                <a:lnTo>
                  <a:pt x="2562136" y="3608640"/>
                </a:lnTo>
                <a:lnTo>
                  <a:pt x="2410734" y="3298784"/>
                </a:lnTo>
                <a:lnTo>
                  <a:pt x="2262188" y="2983706"/>
                </a:lnTo>
                <a:lnTo>
                  <a:pt x="2113641" y="2668628"/>
                </a:lnTo>
                <a:lnTo>
                  <a:pt x="1962239" y="2358772"/>
                </a:lnTo>
                <a:lnTo>
                  <a:pt x="1805127" y="2059361"/>
                </a:lnTo>
                <a:lnTo>
                  <a:pt x="1639449" y="1775616"/>
                </a:lnTo>
                <a:lnTo>
                  <a:pt x="1462349" y="1512761"/>
                </a:lnTo>
                <a:lnTo>
                  <a:pt x="1270972" y="1276017"/>
                </a:lnTo>
                <a:lnTo>
                  <a:pt x="1062463" y="1070607"/>
                </a:lnTo>
                <a:lnTo>
                  <a:pt x="833967" y="901753"/>
                </a:lnTo>
                <a:lnTo>
                  <a:pt x="582628" y="774677"/>
                </a:lnTo>
                <a:lnTo>
                  <a:pt x="305591" y="694602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D7191C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24C2A7-0864-42A9-BC60-3EBCEA3E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524375" cy="1281113"/>
          </a:xfrm>
          <a:custGeom xmlns:a="http://schemas.openxmlformats.org/drawingml/2006/main">
            <a:pathLst>
              <a:path w="4524375" h="1281113">
                <a:moveTo>
                  <a:pt x="0" y="900113"/>
                </a:moveTo>
                <a:lnTo>
                  <a:pt x="305591" y="894702"/>
                </a:lnTo>
                <a:lnTo>
                  <a:pt x="582628" y="879148"/>
                </a:lnTo>
                <a:lnTo>
                  <a:pt x="833967" y="854464"/>
                </a:lnTo>
                <a:lnTo>
                  <a:pt x="1062463" y="821665"/>
                </a:lnTo>
                <a:lnTo>
                  <a:pt x="1270972" y="781766"/>
                </a:lnTo>
                <a:lnTo>
                  <a:pt x="1462349" y="735779"/>
                </a:lnTo>
                <a:lnTo>
                  <a:pt x="1639449" y="684721"/>
                </a:lnTo>
                <a:lnTo>
                  <a:pt x="1805127" y="629605"/>
                </a:lnTo>
                <a:lnTo>
                  <a:pt x="1962239" y="571446"/>
                </a:lnTo>
                <a:lnTo>
                  <a:pt x="2113641" y="511258"/>
                </a:lnTo>
                <a:lnTo>
                  <a:pt x="2262188" y="450056"/>
                </a:lnTo>
                <a:lnTo>
                  <a:pt x="2410734" y="388854"/>
                </a:lnTo>
                <a:lnTo>
                  <a:pt x="2562136" y="328666"/>
                </a:lnTo>
                <a:lnTo>
                  <a:pt x="2719248" y="270507"/>
                </a:lnTo>
                <a:lnTo>
                  <a:pt x="2884926" y="215391"/>
                </a:lnTo>
                <a:lnTo>
                  <a:pt x="3062026" y="164333"/>
                </a:lnTo>
                <a:lnTo>
                  <a:pt x="3253403" y="118347"/>
                </a:lnTo>
                <a:lnTo>
                  <a:pt x="3461912" y="78447"/>
                </a:lnTo>
                <a:lnTo>
                  <a:pt x="3690408" y="45648"/>
                </a:lnTo>
                <a:lnTo>
                  <a:pt x="3941747" y="20964"/>
                </a:lnTo>
                <a:lnTo>
                  <a:pt x="4218784" y="5410"/>
                </a:lnTo>
                <a:lnTo>
                  <a:pt x="4524375" y="0"/>
                </a:lnTo>
                <a:lnTo>
                  <a:pt x="4524375" y="381000"/>
                </a:lnTo>
                <a:lnTo>
                  <a:pt x="4218784" y="386410"/>
                </a:lnTo>
                <a:lnTo>
                  <a:pt x="3941747" y="401964"/>
                </a:lnTo>
                <a:lnTo>
                  <a:pt x="3690408" y="426648"/>
                </a:lnTo>
                <a:lnTo>
                  <a:pt x="3461912" y="459447"/>
                </a:lnTo>
                <a:lnTo>
                  <a:pt x="3253403" y="499347"/>
                </a:lnTo>
                <a:lnTo>
                  <a:pt x="3062026" y="545333"/>
                </a:lnTo>
                <a:lnTo>
                  <a:pt x="2884926" y="596391"/>
                </a:lnTo>
                <a:lnTo>
                  <a:pt x="2719248" y="651507"/>
                </a:lnTo>
                <a:lnTo>
                  <a:pt x="2562136" y="709666"/>
                </a:lnTo>
                <a:lnTo>
                  <a:pt x="2410734" y="769854"/>
                </a:lnTo>
                <a:lnTo>
                  <a:pt x="2262188" y="831056"/>
                </a:lnTo>
                <a:lnTo>
                  <a:pt x="2113641" y="892258"/>
                </a:lnTo>
                <a:lnTo>
                  <a:pt x="1962239" y="952446"/>
                </a:lnTo>
                <a:lnTo>
                  <a:pt x="1805127" y="1010605"/>
                </a:lnTo>
                <a:lnTo>
                  <a:pt x="1639449" y="1065721"/>
                </a:lnTo>
                <a:lnTo>
                  <a:pt x="1462349" y="1116779"/>
                </a:lnTo>
                <a:lnTo>
                  <a:pt x="1270972" y="1162766"/>
                </a:lnTo>
                <a:lnTo>
                  <a:pt x="1062463" y="1202665"/>
                </a:lnTo>
                <a:lnTo>
                  <a:pt x="833967" y="1235464"/>
                </a:lnTo>
                <a:lnTo>
                  <a:pt x="582628" y="1260148"/>
                </a:lnTo>
                <a:lnTo>
                  <a:pt x="305591" y="1275702"/>
                </a:lnTo>
                <a:lnTo>
                  <a:pt x="0" y="1281113"/>
                </a:lnTo>
                <a:close/>
              </a:path>
            </a:pathLst>
          </a:custGeom>
          <a:solidFill xmlns:a="http://schemas.openxmlformats.org/drawingml/2006/main">
            <a:srgbClr val="0B6B3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ADBA63-F1EE-4174-99C1-00804951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95688"/>
            <a:ext cx="4524375" cy="1652588"/>
          </a:xfrm>
          <a:custGeom xmlns:a="http://schemas.openxmlformats.org/drawingml/2006/main">
            <a:pathLst>
              <a:path w="4524375" h="1652588">
                <a:moveTo>
                  <a:pt x="0" y="0"/>
                </a:moveTo>
                <a:lnTo>
                  <a:pt x="305591" y="9360"/>
                </a:lnTo>
                <a:lnTo>
                  <a:pt x="582628" y="36272"/>
                </a:lnTo>
                <a:lnTo>
                  <a:pt x="833967" y="78978"/>
                </a:lnTo>
                <a:lnTo>
                  <a:pt x="1062463" y="135726"/>
                </a:lnTo>
                <a:lnTo>
                  <a:pt x="1270972" y="204759"/>
                </a:lnTo>
                <a:lnTo>
                  <a:pt x="1462349" y="284322"/>
                </a:lnTo>
                <a:lnTo>
                  <a:pt x="1639449" y="372661"/>
                </a:lnTo>
                <a:lnTo>
                  <a:pt x="1805127" y="468020"/>
                </a:lnTo>
                <a:lnTo>
                  <a:pt x="1962239" y="568645"/>
                </a:lnTo>
                <a:lnTo>
                  <a:pt x="2113641" y="672779"/>
                </a:lnTo>
                <a:lnTo>
                  <a:pt x="2262188" y="778669"/>
                </a:lnTo>
                <a:lnTo>
                  <a:pt x="2410734" y="884558"/>
                </a:lnTo>
                <a:lnTo>
                  <a:pt x="2562136" y="988693"/>
                </a:lnTo>
                <a:lnTo>
                  <a:pt x="2719248" y="1089317"/>
                </a:lnTo>
                <a:lnTo>
                  <a:pt x="2884926" y="1184676"/>
                </a:lnTo>
                <a:lnTo>
                  <a:pt x="3062026" y="1273015"/>
                </a:lnTo>
                <a:lnTo>
                  <a:pt x="3253403" y="1352579"/>
                </a:lnTo>
                <a:lnTo>
                  <a:pt x="3461912" y="1421612"/>
                </a:lnTo>
                <a:lnTo>
                  <a:pt x="3690408" y="1478359"/>
                </a:lnTo>
                <a:lnTo>
                  <a:pt x="3941747" y="1521066"/>
                </a:lnTo>
                <a:lnTo>
                  <a:pt x="4218784" y="1547977"/>
                </a:lnTo>
                <a:lnTo>
                  <a:pt x="4524375" y="1557338"/>
                </a:lnTo>
                <a:lnTo>
                  <a:pt x="4524375" y="1652588"/>
                </a:lnTo>
                <a:lnTo>
                  <a:pt x="4218784" y="1643227"/>
                </a:lnTo>
                <a:lnTo>
                  <a:pt x="3941747" y="1616316"/>
                </a:lnTo>
                <a:lnTo>
                  <a:pt x="3690408" y="1573609"/>
                </a:lnTo>
                <a:lnTo>
                  <a:pt x="3461912" y="1516862"/>
                </a:lnTo>
                <a:lnTo>
                  <a:pt x="3253403" y="1447829"/>
                </a:lnTo>
                <a:lnTo>
                  <a:pt x="3062026" y="1368265"/>
                </a:lnTo>
                <a:lnTo>
                  <a:pt x="2884926" y="1279926"/>
                </a:lnTo>
                <a:lnTo>
                  <a:pt x="2719248" y="1184567"/>
                </a:lnTo>
                <a:lnTo>
                  <a:pt x="2562136" y="1083943"/>
                </a:lnTo>
                <a:lnTo>
                  <a:pt x="2410734" y="979808"/>
                </a:lnTo>
                <a:lnTo>
                  <a:pt x="2262188" y="873919"/>
                </a:lnTo>
                <a:lnTo>
                  <a:pt x="2113641" y="768029"/>
                </a:lnTo>
                <a:lnTo>
                  <a:pt x="1962239" y="663895"/>
                </a:lnTo>
                <a:lnTo>
                  <a:pt x="1805127" y="563270"/>
                </a:lnTo>
                <a:lnTo>
                  <a:pt x="1639449" y="467911"/>
                </a:lnTo>
                <a:lnTo>
                  <a:pt x="1462349" y="379572"/>
                </a:lnTo>
                <a:lnTo>
                  <a:pt x="1270972" y="300009"/>
                </a:lnTo>
                <a:lnTo>
                  <a:pt x="1062463" y="230976"/>
                </a:lnTo>
                <a:lnTo>
                  <a:pt x="833967" y="174228"/>
                </a:lnTo>
                <a:lnTo>
                  <a:pt x="582628" y="131522"/>
                </a:lnTo>
                <a:lnTo>
                  <a:pt x="305591" y="10461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64002D-CD37-4B43-8D55-1146F945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90938"/>
            <a:ext cx="4524375" cy="2643188"/>
          </a:xfrm>
          <a:custGeom xmlns:a="http://schemas.openxmlformats.org/drawingml/2006/main">
            <a:pathLst>
              <a:path w="4524375" h="2643188">
                <a:moveTo>
                  <a:pt x="0" y="0"/>
                </a:moveTo>
                <a:lnTo>
                  <a:pt x="305591" y="15314"/>
                </a:lnTo>
                <a:lnTo>
                  <a:pt x="582628" y="59343"/>
                </a:lnTo>
                <a:lnTo>
                  <a:pt x="833967" y="129215"/>
                </a:lnTo>
                <a:lnTo>
                  <a:pt x="1062463" y="222059"/>
                </a:lnTo>
                <a:lnTo>
                  <a:pt x="1270972" y="335003"/>
                </a:lnTo>
                <a:lnTo>
                  <a:pt x="1462349" y="465176"/>
                </a:lnTo>
                <a:lnTo>
                  <a:pt x="1639449" y="609706"/>
                </a:lnTo>
                <a:lnTo>
                  <a:pt x="1805127" y="765721"/>
                </a:lnTo>
                <a:lnTo>
                  <a:pt x="1962239" y="930351"/>
                </a:lnTo>
                <a:lnTo>
                  <a:pt x="2113641" y="1100724"/>
                </a:lnTo>
                <a:lnTo>
                  <a:pt x="2262188" y="1273969"/>
                </a:lnTo>
                <a:lnTo>
                  <a:pt x="2410734" y="1447213"/>
                </a:lnTo>
                <a:lnTo>
                  <a:pt x="2562136" y="1617586"/>
                </a:lnTo>
                <a:lnTo>
                  <a:pt x="2719248" y="1782216"/>
                </a:lnTo>
                <a:lnTo>
                  <a:pt x="2884926" y="1938232"/>
                </a:lnTo>
                <a:lnTo>
                  <a:pt x="3062026" y="2082762"/>
                </a:lnTo>
                <a:lnTo>
                  <a:pt x="3253403" y="2212934"/>
                </a:lnTo>
                <a:lnTo>
                  <a:pt x="3461912" y="2325878"/>
                </a:lnTo>
                <a:lnTo>
                  <a:pt x="3690408" y="2418722"/>
                </a:lnTo>
                <a:lnTo>
                  <a:pt x="3941747" y="2488594"/>
                </a:lnTo>
                <a:lnTo>
                  <a:pt x="4218784" y="2532623"/>
                </a:lnTo>
                <a:lnTo>
                  <a:pt x="4524375" y="2547938"/>
                </a:lnTo>
                <a:lnTo>
                  <a:pt x="4524375" y="2643188"/>
                </a:lnTo>
                <a:lnTo>
                  <a:pt x="4218784" y="2627873"/>
                </a:lnTo>
                <a:lnTo>
                  <a:pt x="3941747" y="2583844"/>
                </a:lnTo>
                <a:lnTo>
                  <a:pt x="3690408" y="2513972"/>
                </a:lnTo>
                <a:lnTo>
                  <a:pt x="3461912" y="2421128"/>
                </a:lnTo>
                <a:lnTo>
                  <a:pt x="3253403" y="2308184"/>
                </a:lnTo>
                <a:lnTo>
                  <a:pt x="3062026" y="2178012"/>
                </a:lnTo>
                <a:lnTo>
                  <a:pt x="2884926" y="2033482"/>
                </a:lnTo>
                <a:lnTo>
                  <a:pt x="2719248" y="1877466"/>
                </a:lnTo>
                <a:lnTo>
                  <a:pt x="2562136" y="1712836"/>
                </a:lnTo>
                <a:lnTo>
                  <a:pt x="2410734" y="1542463"/>
                </a:lnTo>
                <a:lnTo>
                  <a:pt x="2262188" y="1369219"/>
                </a:lnTo>
                <a:lnTo>
                  <a:pt x="2113641" y="1195974"/>
                </a:lnTo>
                <a:lnTo>
                  <a:pt x="1962239" y="1025601"/>
                </a:lnTo>
                <a:lnTo>
                  <a:pt x="1805127" y="860971"/>
                </a:lnTo>
                <a:lnTo>
                  <a:pt x="1639449" y="704956"/>
                </a:lnTo>
                <a:lnTo>
                  <a:pt x="1462349" y="560426"/>
                </a:lnTo>
                <a:lnTo>
                  <a:pt x="1270972" y="430253"/>
                </a:lnTo>
                <a:lnTo>
                  <a:pt x="1062463" y="317309"/>
                </a:lnTo>
                <a:lnTo>
                  <a:pt x="833967" y="224465"/>
                </a:lnTo>
                <a:lnTo>
                  <a:pt x="582628" y="154593"/>
                </a:lnTo>
                <a:lnTo>
                  <a:pt x="305591" y="110564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2CE0A3-751B-42DD-A2FD-3DE63938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86188"/>
            <a:ext cx="4524375" cy="4776788"/>
          </a:xfrm>
          <a:custGeom xmlns:a="http://schemas.openxmlformats.org/drawingml/2006/main">
            <a:pathLst>
              <a:path w="4524375" h="4776788">
                <a:moveTo>
                  <a:pt x="0" y="0"/>
                </a:moveTo>
                <a:lnTo>
                  <a:pt x="305591" y="24131"/>
                </a:lnTo>
                <a:lnTo>
                  <a:pt x="582628" y="93507"/>
                </a:lnTo>
                <a:lnTo>
                  <a:pt x="833967" y="203605"/>
                </a:lnTo>
                <a:lnTo>
                  <a:pt x="1062463" y="349899"/>
                </a:lnTo>
                <a:lnTo>
                  <a:pt x="1270972" y="527865"/>
                </a:lnTo>
                <a:lnTo>
                  <a:pt x="1462349" y="732978"/>
                </a:lnTo>
                <a:lnTo>
                  <a:pt x="1639449" y="960714"/>
                </a:lnTo>
                <a:lnTo>
                  <a:pt x="1805127" y="1206548"/>
                </a:lnTo>
                <a:lnTo>
                  <a:pt x="1962239" y="1465955"/>
                </a:lnTo>
                <a:lnTo>
                  <a:pt x="2113641" y="1734412"/>
                </a:lnTo>
                <a:lnTo>
                  <a:pt x="2262188" y="2007394"/>
                </a:lnTo>
                <a:lnTo>
                  <a:pt x="2410734" y="2280375"/>
                </a:lnTo>
                <a:lnTo>
                  <a:pt x="2562136" y="2548832"/>
                </a:lnTo>
                <a:lnTo>
                  <a:pt x="2719248" y="2808240"/>
                </a:lnTo>
                <a:lnTo>
                  <a:pt x="2884926" y="3054074"/>
                </a:lnTo>
                <a:lnTo>
                  <a:pt x="3062026" y="3281810"/>
                </a:lnTo>
                <a:lnTo>
                  <a:pt x="3253403" y="3486923"/>
                </a:lnTo>
                <a:lnTo>
                  <a:pt x="3461912" y="3664889"/>
                </a:lnTo>
                <a:lnTo>
                  <a:pt x="3690408" y="3811183"/>
                </a:lnTo>
                <a:lnTo>
                  <a:pt x="3941747" y="3921280"/>
                </a:lnTo>
                <a:lnTo>
                  <a:pt x="4218784" y="3990657"/>
                </a:lnTo>
                <a:lnTo>
                  <a:pt x="4524375" y="4014788"/>
                </a:lnTo>
                <a:lnTo>
                  <a:pt x="4524375" y="4776788"/>
                </a:lnTo>
                <a:lnTo>
                  <a:pt x="4218784" y="4752657"/>
                </a:lnTo>
                <a:lnTo>
                  <a:pt x="3941747" y="4683280"/>
                </a:lnTo>
                <a:lnTo>
                  <a:pt x="3690408" y="4573183"/>
                </a:lnTo>
                <a:lnTo>
                  <a:pt x="3461912" y="4426889"/>
                </a:lnTo>
                <a:lnTo>
                  <a:pt x="3253403" y="4248923"/>
                </a:lnTo>
                <a:lnTo>
                  <a:pt x="3062026" y="4043810"/>
                </a:lnTo>
                <a:lnTo>
                  <a:pt x="2884926" y="3816074"/>
                </a:lnTo>
                <a:lnTo>
                  <a:pt x="2719248" y="3570240"/>
                </a:lnTo>
                <a:lnTo>
                  <a:pt x="2562136" y="3310832"/>
                </a:lnTo>
                <a:lnTo>
                  <a:pt x="2410734" y="3042375"/>
                </a:lnTo>
                <a:lnTo>
                  <a:pt x="2262188" y="2769394"/>
                </a:lnTo>
                <a:lnTo>
                  <a:pt x="2113641" y="2496412"/>
                </a:lnTo>
                <a:lnTo>
                  <a:pt x="1962239" y="2227955"/>
                </a:lnTo>
                <a:lnTo>
                  <a:pt x="1805127" y="1968548"/>
                </a:lnTo>
                <a:lnTo>
                  <a:pt x="1639449" y="1722714"/>
                </a:lnTo>
                <a:lnTo>
                  <a:pt x="1462349" y="1494978"/>
                </a:lnTo>
                <a:lnTo>
                  <a:pt x="1270972" y="1289865"/>
                </a:lnTo>
                <a:lnTo>
                  <a:pt x="1062463" y="1111899"/>
                </a:lnTo>
                <a:lnTo>
                  <a:pt x="833967" y="965605"/>
                </a:lnTo>
                <a:lnTo>
                  <a:pt x="582628" y="855507"/>
                </a:lnTo>
                <a:lnTo>
                  <a:pt x="305591" y="786131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D7191C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FBABBB-A2AC-4ADC-996B-81FAD8CE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95575"/>
            <a:ext cx="4524375" cy="1995488"/>
          </a:xfrm>
          <a:custGeom xmlns:a="http://schemas.openxmlformats.org/drawingml/2006/main">
            <a:pathLst>
              <a:path w="4524375" h="1995488">
                <a:moveTo>
                  <a:pt x="0" y="1900238"/>
                </a:moveTo>
                <a:lnTo>
                  <a:pt x="305591" y="1888816"/>
                </a:lnTo>
                <a:lnTo>
                  <a:pt x="582628" y="1855980"/>
                </a:lnTo>
                <a:lnTo>
                  <a:pt x="833967" y="1803869"/>
                </a:lnTo>
                <a:lnTo>
                  <a:pt x="1062463" y="1734627"/>
                </a:lnTo>
                <a:lnTo>
                  <a:pt x="1270972" y="1650394"/>
                </a:lnTo>
                <a:lnTo>
                  <a:pt x="1462349" y="1553312"/>
                </a:lnTo>
                <a:lnTo>
                  <a:pt x="1639449" y="1445523"/>
                </a:lnTo>
                <a:lnTo>
                  <a:pt x="1805127" y="1329167"/>
                </a:lnTo>
                <a:lnTo>
                  <a:pt x="1962239" y="1206387"/>
                </a:lnTo>
                <a:lnTo>
                  <a:pt x="2113641" y="1079323"/>
                </a:lnTo>
                <a:lnTo>
                  <a:pt x="2262188" y="950119"/>
                </a:lnTo>
                <a:lnTo>
                  <a:pt x="2410734" y="820914"/>
                </a:lnTo>
                <a:lnTo>
                  <a:pt x="2562136" y="693851"/>
                </a:lnTo>
                <a:lnTo>
                  <a:pt x="2719248" y="571071"/>
                </a:lnTo>
                <a:lnTo>
                  <a:pt x="2884926" y="454715"/>
                </a:lnTo>
                <a:lnTo>
                  <a:pt x="3062026" y="346925"/>
                </a:lnTo>
                <a:lnTo>
                  <a:pt x="3253403" y="249843"/>
                </a:lnTo>
                <a:lnTo>
                  <a:pt x="3461912" y="165610"/>
                </a:lnTo>
                <a:lnTo>
                  <a:pt x="3690408" y="96368"/>
                </a:lnTo>
                <a:lnTo>
                  <a:pt x="3941747" y="44258"/>
                </a:lnTo>
                <a:lnTo>
                  <a:pt x="4218784" y="11421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06671"/>
                </a:lnTo>
                <a:lnTo>
                  <a:pt x="3941747" y="139508"/>
                </a:lnTo>
                <a:lnTo>
                  <a:pt x="3690408" y="191618"/>
                </a:lnTo>
                <a:lnTo>
                  <a:pt x="3461912" y="260860"/>
                </a:lnTo>
                <a:lnTo>
                  <a:pt x="3253403" y="345093"/>
                </a:lnTo>
                <a:lnTo>
                  <a:pt x="3062026" y="442175"/>
                </a:lnTo>
                <a:lnTo>
                  <a:pt x="2884926" y="549965"/>
                </a:lnTo>
                <a:lnTo>
                  <a:pt x="2719248" y="666321"/>
                </a:lnTo>
                <a:lnTo>
                  <a:pt x="2562136" y="789101"/>
                </a:lnTo>
                <a:lnTo>
                  <a:pt x="2410734" y="916164"/>
                </a:lnTo>
                <a:lnTo>
                  <a:pt x="2262188" y="1045369"/>
                </a:lnTo>
                <a:lnTo>
                  <a:pt x="2113641" y="1174573"/>
                </a:lnTo>
                <a:lnTo>
                  <a:pt x="1962239" y="1301637"/>
                </a:lnTo>
                <a:lnTo>
                  <a:pt x="1805127" y="1424417"/>
                </a:lnTo>
                <a:lnTo>
                  <a:pt x="1639449" y="1540773"/>
                </a:lnTo>
                <a:lnTo>
                  <a:pt x="1462349" y="1648562"/>
                </a:lnTo>
                <a:lnTo>
                  <a:pt x="1270972" y="1745644"/>
                </a:lnTo>
                <a:lnTo>
                  <a:pt x="1062463" y="1829877"/>
                </a:lnTo>
                <a:lnTo>
                  <a:pt x="833967" y="1899119"/>
                </a:lnTo>
                <a:lnTo>
                  <a:pt x="582628" y="1951230"/>
                </a:lnTo>
                <a:lnTo>
                  <a:pt x="305591" y="1984066"/>
                </a:lnTo>
                <a:lnTo>
                  <a:pt x="0" y="1995488"/>
                </a:lnTo>
                <a:close/>
              </a:path>
            </a:pathLst>
          </a:custGeom>
          <a:solidFill xmlns:a="http://schemas.openxmlformats.org/drawingml/2006/main">
            <a:srgbClr val="0B6B3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FB9DF3-8D74-4A35-91CA-0F0A0E9F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524375" cy="1766888"/>
          </a:xfrm>
          <a:custGeom xmlns:a="http://schemas.openxmlformats.org/drawingml/2006/main">
            <a:pathLst>
              <a:path w="4524375" h="1766888">
                <a:moveTo>
                  <a:pt x="0" y="1576388"/>
                </a:moveTo>
                <a:lnTo>
                  <a:pt x="305591" y="1566913"/>
                </a:lnTo>
                <a:lnTo>
                  <a:pt x="582628" y="1539672"/>
                </a:lnTo>
                <a:lnTo>
                  <a:pt x="833967" y="1496443"/>
                </a:lnTo>
                <a:lnTo>
                  <a:pt x="1062463" y="1439001"/>
                </a:lnTo>
                <a:lnTo>
                  <a:pt x="1270972" y="1369124"/>
                </a:lnTo>
                <a:lnTo>
                  <a:pt x="1462349" y="1288587"/>
                </a:lnTo>
                <a:lnTo>
                  <a:pt x="1639449" y="1199168"/>
                </a:lnTo>
                <a:lnTo>
                  <a:pt x="1805127" y="1102642"/>
                </a:lnTo>
                <a:lnTo>
                  <a:pt x="1962239" y="1000787"/>
                </a:lnTo>
                <a:lnTo>
                  <a:pt x="2113641" y="895379"/>
                </a:lnTo>
                <a:lnTo>
                  <a:pt x="2262188" y="788194"/>
                </a:lnTo>
                <a:lnTo>
                  <a:pt x="2410734" y="681009"/>
                </a:lnTo>
                <a:lnTo>
                  <a:pt x="2562136" y="575601"/>
                </a:lnTo>
                <a:lnTo>
                  <a:pt x="2719248" y="473745"/>
                </a:lnTo>
                <a:lnTo>
                  <a:pt x="2884926" y="377220"/>
                </a:lnTo>
                <a:lnTo>
                  <a:pt x="3062026" y="287800"/>
                </a:lnTo>
                <a:lnTo>
                  <a:pt x="3253403" y="207264"/>
                </a:lnTo>
                <a:lnTo>
                  <a:pt x="3461912" y="137386"/>
                </a:lnTo>
                <a:lnTo>
                  <a:pt x="3690408" y="79945"/>
                </a:lnTo>
                <a:lnTo>
                  <a:pt x="3941747" y="36715"/>
                </a:lnTo>
                <a:lnTo>
                  <a:pt x="4218784" y="9475"/>
                </a:lnTo>
                <a:lnTo>
                  <a:pt x="4524375" y="0"/>
                </a:lnTo>
                <a:lnTo>
                  <a:pt x="4524375" y="190500"/>
                </a:lnTo>
                <a:lnTo>
                  <a:pt x="4218784" y="199975"/>
                </a:lnTo>
                <a:lnTo>
                  <a:pt x="3941747" y="227215"/>
                </a:lnTo>
                <a:lnTo>
                  <a:pt x="3690408" y="270445"/>
                </a:lnTo>
                <a:lnTo>
                  <a:pt x="3461912" y="327886"/>
                </a:lnTo>
                <a:lnTo>
                  <a:pt x="3253403" y="397764"/>
                </a:lnTo>
                <a:lnTo>
                  <a:pt x="3062026" y="478300"/>
                </a:lnTo>
                <a:lnTo>
                  <a:pt x="2884926" y="567720"/>
                </a:lnTo>
                <a:lnTo>
                  <a:pt x="2719248" y="664245"/>
                </a:lnTo>
                <a:lnTo>
                  <a:pt x="2562136" y="766101"/>
                </a:lnTo>
                <a:lnTo>
                  <a:pt x="2410734" y="871509"/>
                </a:lnTo>
                <a:lnTo>
                  <a:pt x="2262188" y="978694"/>
                </a:lnTo>
                <a:lnTo>
                  <a:pt x="2113641" y="1085879"/>
                </a:lnTo>
                <a:lnTo>
                  <a:pt x="1962239" y="1191287"/>
                </a:lnTo>
                <a:lnTo>
                  <a:pt x="1805127" y="1293142"/>
                </a:lnTo>
                <a:lnTo>
                  <a:pt x="1639449" y="1389668"/>
                </a:lnTo>
                <a:lnTo>
                  <a:pt x="1462349" y="1479087"/>
                </a:lnTo>
                <a:lnTo>
                  <a:pt x="1270972" y="1559624"/>
                </a:lnTo>
                <a:lnTo>
                  <a:pt x="1062463" y="1629501"/>
                </a:lnTo>
                <a:lnTo>
                  <a:pt x="833967" y="1686943"/>
                </a:lnTo>
                <a:lnTo>
                  <a:pt x="582628" y="1730172"/>
                </a:lnTo>
                <a:lnTo>
                  <a:pt x="305591" y="1757413"/>
                </a:lnTo>
                <a:lnTo>
                  <a:pt x="0" y="1766888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0E0265-04D5-4EAB-853F-5069EFD8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90825"/>
            <a:ext cx="4524375" cy="2233613"/>
          </a:xfrm>
          <a:custGeom xmlns:a="http://schemas.openxmlformats.org/drawingml/2006/main">
            <a:pathLst>
              <a:path w="4524375" h="2233613">
                <a:moveTo>
                  <a:pt x="0" y="2138363"/>
                </a:moveTo>
                <a:lnTo>
                  <a:pt x="305591" y="2125510"/>
                </a:lnTo>
                <a:lnTo>
                  <a:pt x="582628" y="2088558"/>
                </a:lnTo>
                <a:lnTo>
                  <a:pt x="833967" y="2029918"/>
                </a:lnTo>
                <a:lnTo>
                  <a:pt x="1062463" y="1951999"/>
                </a:lnTo>
                <a:lnTo>
                  <a:pt x="1270972" y="1857210"/>
                </a:lnTo>
                <a:lnTo>
                  <a:pt x="1462349" y="1747963"/>
                </a:lnTo>
                <a:lnTo>
                  <a:pt x="1639449" y="1626666"/>
                </a:lnTo>
                <a:lnTo>
                  <a:pt x="1805127" y="1495729"/>
                </a:lnTo>
                <a:lnTo>
                  <a:pt x="1962239" y="1357563"/>
                </a:lnTo>
                <a:lnTo>
                  <a:pt x="2113641" y="1214577"/>
                </a:lnTo>
                <a:lnTo>
                  <a:pt x="2262188" y="1069181"/>
                </a:lnTo>
                <a:lnTo>
                  <a:pt x="2410734" y="923785"/>
                </a:lnTo>
                <a:lnTo>
                  <a:pt x="2562136" y="780800"/>
                </a:lnTo>
                <a:lnTo>
                  <a:pt x="2719248" y="642633"/>
                </a:lnTo>
                <a:lnTo>
                  <a:pt x="2884926" y="511697"/>
                </a:lnTo>
                <a:lnTo>
                  <a:pt x="3062026" y="390400"/>
                </a:lnTo>
                <a:lnTo>
                  <a:pt x="3253403" y="281152"/>
                </a:lnTo>
                <a:lnTo>
                  <a:pt x="3461912" y="186364"/>
                </a:lnTo>
                <a:lnTo>
                  <a:pt x="3690408" y="108444"/>
                </a:lnTo>
                <a:lnTo>
                  <a:pt x="3941747" y="49804"/>
                </a:lnTo>
                <a:lnTo>
                  <a:pt x="4218784" y="12853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08103"/>
                </a:lnTo>
                <a:lnTo>
                  <a:pt x="3941747" y="145054"/>
                </a:lnTo>
                <a:lnTo>
                  <a:pt x="3690408" y="203694"/>
                </a:lnTo>
                <a:lnTo>
                  <a:pt x="3461912" y="281614"/>
                </a:lnTo>
                <a:lnTo>
                  <a:pt x="3253403" y="376402"/>
                </a:lnTo>
                <a:lnTo>
                  <a:pt x="3062026" y="485650"/>
                </a:lnTo>
                <a:lnTo>
                  <a:pt x="2884926" y="606947"/>
                </a:lnTo>
                <a:lnTo>
                  <a:pt x="2719248" y="737883"/>
                </a:lnTo>
                <a:lnTo>
                  <a:pt x="2562136" y="876050"/>
                </a:lnTo>
                <a:lnTo>
                  <a:pt x="2410734" y="1019035"/>
                </a:lnTo>
                <a:lnTo>
                  <a:pt x="2262188" y="1164431"/>
                </a:lnTo>
                <a:lnTo>
                  <a:pt x="2113641" y="1309827"/>
                </a:lnTo>
                <a:lnTo>
                  <a:pt x="1962239" y="1452813"/>
                </a:lnTo>
                <a:lnTo>
                  <a:pt x="1805127" y="1590979"/>
                </a:lnTo>
                <a:lnTo>
                  <a:pt x="1639449" y="1721916"/>
                </a:lnTo>
                <a:lnTo>
                  <a:pt x="1462349" y="1843213"/>
                </a:lnTo>
                <a:lnTo>
                  <a:pt x="1270972" y="1952460"/>
                </a:lnTo>
                <a:lnTo>
                  <a:pt x="1062463" y="2047249"/>
                </a:lnTo>
                <a:lnTo>
                  <a:pt x="833967" y="2125168"/>
                </a:lnTo>
                <a:lnTo>
                  <a:pt x="582628" y="2183808"/>
                </a:lnTo>
                <a:lnTo>
                  <a:pt x="305591" y="2220760"/>
                </a:lnTo>
                <a:lnTo>
                  <a:pt x="0" y="2233613"/>
                </a:lnTo>
                <a:close/>
              </a:path>
            </a:pathLst>
          </a:custGeom>
          <a:solidFill xmlns:a="http://schemas.openxmlformats.org/drawingml/2006/main">
            <a:srgbClr val="0B6B3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A9900F-F68E-42C6-ADD3-9C545131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05175"/>
            <a:ext cx="4524375" cy="1814513"/>
          </a:xfrm>
          <a:custGeom xmlns:a="http://schemas.openxmlformats.org/drawingml/2006/main">
            <a:pathLst>
              <a:path w="4524375" h="1814513">
                <a:moveTo>
                  <a:pt x="0" y="1719263"/>
                </a:moveTo>
                <a:lnTo>
                  <a:pt x="305591" y="1708929"/>
                </a:lnTo>
                <a:lnTo>
                  <a:pt x="582628" y="1679220"/>
                </a:lnTo>
                <a:lnTo>
                  <a:pt x="833967" y="1632072"/>
                </a:lnTo>
                <a:lnTo>
                  <a:pt x="1062463" y="1569424"/>
                </a:lnTo>
                <a:lnTo>
                  <a:pt x="1270972" y="1493214"/>
                </a:lnTo>
                <a:lnTo>
                  <a:pt x="1462349" y="1405378"/>
                </a:lnTo>
                <a:lnTo>
                  <a:pt x="1639449" y="1307854"/>
                </a:lnTo>
                <a:lnTo>
                  <a:pt x="1805127" y="1202580"/>
                </a:lnTo>
                <a:lnTo>
                  <a:pt x="1962239" y="1091493"/>
                </a:lnTo>
                <a:lnTo>
                  <a:pt x="2113641" y="976531"/>
                </a:lnTo>
                <a:lnTo>
                  <a:pt x="2262188" y="859631"/>
                </a:lnTo>
                <a:lnTo>
                  <a:pt x="2410734" y="742732"/>
                </a:lnTo>
                <a:lnTo>
                  <a:pt x="2562136" y="627770"/>
                </a:lnTo>
                <a:lnTo>
                  <a:pt x="2719248" y="516683"/>
                </a:lnTo>
                <a:lnTo>
                  <a:pt x="2884926" y="411409"/>
                </a:lnTo>
                <a:lnTo>
                  <a:pt x="3062026" y="313885"/>
                </a:lnTo>
                <a:lnTo>
                  <a:pt x="3253403" y="226049"/>
                </a:lnTo>
                <a:lnTo>
                  <a:pt x="3461912" y="149838"/>
                </a:lnTo>
                <a:lnTo>
                  <a:pt x="3690408" y="87190"/>
                </a:lnTo>
                <a:lnTo>
                  <a:pt x="3941747" y="40043"/>
                </a:lnTo>
                <a:lnTo>
                  <a:pt x="4218784" y="10334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05584"/>
                </a:lnTo>
                <a:lnTo>
                  <a:pt x="3941747" y="135293"/>
                </a:lnTo>
                <a:lnTo>
                  <a:pt x="3690408" y="182440"/>
                </a:lnTo>
                <a:lnTo>
                  <a:pt x="3461912" y="245088"/>
                </a:lnTo>
                <a:lnTo>
                  <a:pt x="3253403" y="321299"/>
                </a:lnTo>
                <a:lnTo>
                  <a:pt x="3062026" y="409135"/>
                </a:lnTo>
                <a:lnTo>
                  <a:pt x="2884926" y="506659"/>
                </a:lnTo>
                <a:lnTo>
                  <a:pt x="2719248" y="611933"/>
                </a:lnTo>
                <a:lnTo>
                  <a:pt x="2562136" y="723020"/>
                </a:lnTo>
                <a:lnTo>
                  <a:pt x="2410734" y="837982"/>
                </a:lnTo>
                <a:lnTo>
                  <a:pt x="2262188" y="954881"/>
                </a:lnTo>
                <a:lnTo>
                  <a:pt x="2113641" y="1071781"/>
                </a:lnTo>
                <a:lnTo>
                  <a:pt x="1962239" y="1186743"/>
                </a:lnTo>
                <a:lnTo>
                  <a:pt x="1805127" y="1297830"/>
                </a:lnTo>
                <a:lnTo>
                  <a:pt x="1639449" y="1403104"/>
                </a:lnTo>
                <a:lnTo>
                  <a:pt x="1462349" y="1500628"/>
                </a:lnTo>
                <a:lnTo>
                  <a:pt x="1270972" y="1588464"/>
                </a:lnTo>
                <a:lnTo>
                  <a:pt x="1062463" y="1664674"/>
                </a:lnTo>
                <a:lnTo>
                  <a:pt x="833967" y="1727322"/>
                </a:lnTo>
                <a:lnTo>
                  <a:pt x="582628" y="1774470"/>
                </a:lnTo>
                <a:lnTo>
                  <a:pt x="305591" y="1804179"/>
                </a:lnTo>
                <a:lnTo>
                  <a:pt x="0" y="1814513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A98715-97F1-4E82-8F6A-C90F475F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19688"/>
            <a:ext cx="4524375" cy="3767138"/>
          </a:xfrm>
          <a:custGeom xmlns:a="http://schemas.openxmlformats.org/drawingml/2006/main">
            <a:pathLst>
              <a:path w="4524375" h="3767138">
                <a:moveTo>
                  <a:pt x="0" y="0"/>
                </a:moveTo>
                <a:lnTo>
                  <a:pt x="305591" y="22070"/>
                </a:lnTo>
                <a:lnTo>
                  <a:pt x="582628" y="85521"/>
                </a:lnTo>
                <a:lnTo>
                  <a:pt x="833967" y="186215"/>
                </a:lnTo>
                <a:lnTo>
                  <a:pt x="1062463" y="320014"/>
                </a:lnTo>
                <a:lnTo>
                  <a:pt x="1270972" y="482780"/>
                </a:lnTo>
                <a:lnTo>
                  <a:pt x="1462349" y="670375"/>
                </a:lnTo>
                <a:lnTo>
                  <a:pt x="1639449" y="878660"/>
                </a:lnTo>
                <a:lnTo>
                  <a:pt x="1805127" y="1103497"/>
                </a:lnTo>
                <a:lnTo>
                  <a:pt x="1962239" y="1340749"/>
                </a:lnTo>
                <a:lnTo>
                  <a:pt x="2113641" y="1586277"/>
                </a:lnTo>
                <a:lnTo>
                  <a:pt x="2262188" y="1835944"/>
                </a:lnTo>
                <a:lnTo>
                  <a:pt x="2410734" y="2085610"/>
                </a:lnTo>
                <a:lnTo>
                  <a:pt x="2562136" y="2331138"/>
                </a:lnTo>
                <a:lnTo>
                  <a:pt x="2719248" y="2568390"/>
                </a:lnTo>
                <a:lnTo>
                  <a:pt x="2884926" y="2793228"/>
                </a:lnTo>
                <a:lnTo>
                  <a:pt x="3062026" y="3001513"/>
                </a:lnTo>
                <a:lnTo>
                  <a:pt x="3253403" y="3189107"/>
                </a:lnTo>
                <a:lnTo>
                  <a:pt x="3461912" y="3351873"/>
                </a:lnTo>
                <a:lnTo>
                  <a:pt x="3690408" y="3485672"/>
                </a:lnTo>
                <a:lnTo>
                  <a:pt x="3941747" y="3586366"/>
                </a:lnTo>
                <a:lnTo>
                  <a:pt x="4218784" y="3649818"/>
                </a:lnTo>
                <a:lnTo>
                  <a:pt x="4524375" y="3671888"/>
                </a:lnTo>
                <a:lnTo>
                  <a:pt x="4524375" y="3767138"/>
                </a:lnTo>
                <a:lnTo>
                  <a:pt x="4218784" y="3745068"/>
                </a:lnTo>
                <a:lnTo>
                  <a:pt x="3941747" y="3681616"/>
                </a:lnTo>
                <a:lnTo>
                  <a:pt x="3690408" y="3580922"/>
                </a:lnTo>
                <a:lnTo>
                  <a:pt x="3461912" y="3447123"/>
                </a:lnTo>
                <a:lnTo>
                  <a:pt x="3253403" y="3284357"/>
                </a:lnTo>
                <a:lnTo>
                  <a:pt x="3062026" y="3096763"/>
                </a:lnTo>
                <a:lnTo>
                  <a:pt x="2884926" y="2888478"/>
                </a:lnTo>
                <a:lnTo>
                  <a:pt x="2719248" y="2663640"/>
                </a:lnTo>
                <a:lnTo>
                  <a:pt x="2562136" y="2426388"/>
                </a:lnTo>
                <a:lnTo>
                  <a:pt x="2410734" y="2180860"/>
                </a:lnTo>
                <a:lnTo>
                  <a:pt x="2262188" y="1931194"/>
                </a:lnTo>
                <a:lnTo>
                  <a:pt x="2113641" y="1681527"/>
                </a:lnTo>
                <a:lnTo>
                  <a:pt x="1962239" y="1435999"/>
                </a:lnTo>
                <a:lnTo>
                  <a:pt x="1805127" y="1198747"/>
                </a:lnTo>
                <a:lnTo>
                  <a:pt x="1639449" y="973910"/>
                </a:lnTo>
                <a:lnTo>
                  <a:pt x="1462349" y="765625"/>
                </a:lnTo>
                <a:lnTo>
                  <a:pt x="1270972" y="578030"/>
                </a:lnTo>
                <a:lnTo>
                  <a:pt x="1062463" y="415264"/>
                </a:lnTo>
                <a:lnTo>
                  <a:pt x="833967" y="281465"/>
                </a:lnTo>
                <a:lnTo>
                  <a:pt x="582628" y="180771"/>
                </a:lnTo>
                <a:lnTo>
                  <a:pt x="305591" y="11732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8B8F96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5192DF-1DE6-445C-820A-ECA57753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00425"/>
            <a:ext cx="4524375" cy="2052638"/>
          </a:xfrm>
          <a:custGeom xmlns:a="http://schemas.openxmlformats.org/drawingml/2006/main">
            <a:pathLst>
              <a:path w="4524375" h="2052638">
                <a:moveTo>
                  <a:pt x="0" y="1862138"/>
                </a:moveTo>
                <a:lnTo>
                  <a:pt x="305591" y="1850945"/>
                </a:lnTo>
                <a:lnTo>
                  <a:pt x="582628" y="1818767"/>
                </a:lnTo>
                <a:lnTo>
                  <a:pt x="833967" y="1767702"/>
                </a:lnTo>
                <a:lnTo>
                  <a:pt x="1062463" y="1699848"/>
                </a:lnTo>
                <a:lnTo>
                  <a:pt x="1270972" y="1617303"/>
                </a:lnTo>
                <a:lnTo>
                  <a:pt x="1462349" y="1522168"/>
                </a:lnTo>
                <a:lnTo>
                  <a:pt x="1639449" y="1416540"/>
                </a:lnTo>
                <a:lnTo>
                  <a:pt x="1805127" y="1302517"/>
                </a:lnTo>
                <a:lnTo>
                  <a:pt x="1962239" y="1182198"/>
                </a:lnTo>
                <a:lnTo>
                  <a:pt x="2113641" y="1057683"/>
                </a:lnTo>
                <a:lnTo>
                  <a:pt x="2262188" y="931069"/>
                </a:lnTo>
                <a:lnTo>
                  <a:pt x="2410734" y="804455"/>
                </a:lnTo>
                <a:lnTo>
                  <a:pt x="2562136" y="679939"/>
                </a:lnTo>
                <a:lnTo>
                  <a:pt x="2719248" y="559621"/>
                </a:lnTo>
                <a:lnTo>
                  <a:pt x="2884926" y="445598"/>
                </a:lnTo>
                <a:lnTo>
                  <a:pt x="3062026" y="339970"/>
                </a:lnTo>
                <a:lnTo>
                  <a:pt x="3253403" y="244834"/>
                </a:lnTo>
                <a:lnTo>
                  <a:pt x="3461912" y="162290"/>
                </a:lnTo>
                <a:lnTo>
                  <a:pt x="3690408" y="94436"/>
                </a:lnTo>
                <a:lnTo>
                  <a:pt x="3941747" y="43371"/>
                </a:lnTo>
                <a:lnTo>
                  <a:pt x="4218784" y="11192"/>
                </a:lnTo>
                <a:lnTo>
                  <a:pt x="4524375" y="0"/>
                </a:lnTo>
                <a:lnTo>
                  <a:pt x="4524375" y="190500"/>
                </a:lnTo>
                <a:lnTo>
                  <a:pt x="4218784" y="201692"/>
                </a:lnTo>
                <a:lnTo>
                  <a:pt x="3941747" y="233871"/>
                </a:lnTo>
                <a:lnTo>
                  <a:pt x="3690408" y="284936"/>
                </a:lnTo>
                <a:lnTo>
                  <a:pt x="3461912" y="352790"/>
                </a:lnTo>
                <a:lnTo>
                  <a:pt x="3253403" y="435334"/>
                </a:lnTo>
                <a:lnTo>
                  <a:pt x="3062026" y="530470"/>
                </a:lnTo>
                <a:lnTo>
                  <a:pt x="2884926" y="636098"/>
                </a:lnTo>
                <a:lnTo>
                  <a:pt x="2719248" y="750121"/>
                </a:lnTo>
                <a:lnTo>
                  <a:pt x="2562136" y="870439"/>
                </a:lnTo>
                <a:lnTo>
                  <a:pt x="2410734" y="994955"/>
                </a:lnTo>
                <a:lnTo>
                  <a:pt x="2262188" y="1121569"/>
                </a:lnTo>
                <a:lnTo>
                  <a:pt x="2113641" y="1248183"/>
                </a:lnTo>
                <a:lnTo>
                  <a:pt x="1962239" y="1372698"/>
                </a:lnTo>
                <a:lnTo>
                  <a:pt x="1805127" y="1493017"/>
                </a:lnTo>
                <a:lnTo>
                  <a:pt x="1639449" y="1607040"/>
                </a:lnTo>
                <a:lnTo>
                  <a:pt x="1462349" y="1712668"/>
                </a:lnTo>
                <a:lnTo>
                  <a:pt x="1270972" y="1807803"/>
                </a:lnTo>
                <a:lnTo>
                  <a:pt x="1062463" y="1890348"/>
                </a:lnTo>
                <a:lnTo>
                  <a:pt x="833967" y="1958202"/>
                </a:lnTo>
                <a:lnTo>
                  <a:pt x="582628" y="2009267"/>
                </a:lnTo>
                <a:lnTo>
                  <a:pt x="305591" y="2041445"/>
                </a:lnTo>
                <a:lnTo>
                  <a:pt x="0" y="2052638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E1B95E-7C95-448C-85E4-87D25636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53063"/>
            <a:ext cx="4524375" cy="976313"/>
          </a:xfrm>
          <a:custGeom xmlns:a="http://schemas.openxmlformats.org/drawingml/2006/main">
            <a:pathLst>
              <a:path w="4524375" h="976313">
                <a:moveTo>
                  <a:pt x="0" y="0"/>
                </a:moveTo>
                <a:lnTo>
                  <a:pt x="305591" y="5296"/>
                </a:lnTo>
                <a:lnTo>
                  <a:pt x="582628" y="20521"/>
                </a:lnTo>
                <a:lnTo>
                  <a:pt x="833967" y="44682"/>
                </a:lnTo>
                <a:lnTo>
                  <a:pt x="1062463" y="76787"/>
                </a:lnTo>
                <a:lnTo>
                  <a:pt x="1270972" y="115842"/>
                </a:lnTo>
                <a:lnTo>
                  <a:pt x="1462349" y="160855"/>
                </a:lnTo>
                <a:lnTo>
                  <a:pt x="1639449" y="210833"/>
                </a:lnTo>
                <a:lnTo>
                  <a:pt x="1805127" y="264782"/>
                </a:lnTo>
                <a:lnTo>
                  <a:pt x="1962239" y="321710"/>
                </a:lnTo>
                <a:lnTo>
                  <a:pt x="2113641" y="380624"/>
                </a:lnTo>
                <a:lnTo>
                  <a:pt x="2262188" y="440531"/>
                </a:lnTo>
                <a:lnTo>
                  <a:pt x="2410734" y="500438"/>
                </a:lnTo>
                <a:lnTo>
                  <a:pt x="2562136" y="559352"/>
                </a:lnTo>
                <a:lnTo>
                  <a:pt x="2719248" y="616280"/>
                </a:lnTo>
                <a:lnTo>
                  <a:pt x="2884926" y="670230"/>
                </a:lnTo>
                <a:lnTo>
                  <a:pt x="3062026" y="720207"/>
                </a:lnTo>
                <a:lnTo>
                  <a:pt x="3253403" y="765220"/>
                </a:lnTo>
                <a:lnTo>
                  <a:pt x="3461912" y="804276"/>
                </a:lnTo>
                <a:lnTo>
                  <a:pt x="3690408" y="836381"/>
                </a:lnTo>
                <a:lnTo>
                  <a:pt x="3941747" y="860542"/>
                </a:lnTo>
                <a:lnTo>
                  <a:pt x="4218784" y="875767"/>
                </a:lnTo>
                <a:lnTo>
                  <a:pt x="4524375" y="881063"/>
                </a:lnTo>
                <a:lnTo>
                  <a:pt x="4524375" y="976313"/>
                </a:lnTo>
                <a:lnTo>
                  <a:pt x="4218784" y="971017"/>
                </a:lnTo>
                <a:lnTo>
                  <a:pt x="3941747" y="955792"/>
                </a:lnTo>
                <a:lnTo>
                  <a:pt x="3690408" y="931631"/>
                </a:lnTo>
                <a:lnTo>
                  <a:pt x="3461912" y="899526"/>
                </a:lnTo>
                <a:lnTo>
                  <a:pt x="3253403" y="860470"/>
                </a:lnTo>
                <a:lnTo>
                  <a:pt x="3062026" y="815457"/>
                </a:lnTo>
                <a:lnTo>
                  <a:pt x="2884926" y="765480"/>
                </a:lnTo>
                <a:lnTo>
                  <a:pt x="2719248" y="711530"/>
                </a:lnTo>
                <a:lnTo>
                  <a:pt x="2562136" y="654602"/>
                </a:lnTo>
                <a:lnTo>
                  <a:pt x="2410734" y="595688"/>
                </a:lnTo>
                <a:lnTo>
                  <a:pt x="2262188" y="535781"/>
                </a:lnTo>
                <a:lnTo>
                  <a:pt x="2113641" y="475874"/>
                </a:lnTo>
                <a:lnTo>
                  <a:pt x="1962239" y="416960"/>
                </a:lnTo>
                <a:lnTo>
                  <a:pt x="1805127" y="360032"/>
                </a:lnTo>
                <a:lnTo>
                  <a:pt x="1639449" y="306083"/>
                </a:lnTo>
                <a:lnTo>
                  <a:pt x="1462349" y="256105"/>
                </a:lnTo>
                <a:lnTo>
                  <a:pt x="1270972" y="211092"/>
                </a:lnTo>
                <a:lnTo>
                  <a:pt x="1062463" y="172037"/>
                </a:lnTo>
                <a:lnTo>
                  <a:pt x="833967" y="139932"/>
                </a:lnTo>
                <a:lnTo>
                  <a:pt x="582628" y="115771"/>
                </a:lnTo>
                <a:lnTo>
                  <a:pt x="305591" y="100546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9904F5-B9C2-48DB-84DF-39945A33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48275"/>
            <a:ext cx="4524375" cy="633413"/>
          </a:xfrm>
          <a:custGeom xmlns:a="http://schemas.openxmlformats.org/drawingml/2006/main">
            <a:pathLst>
              <a:path w="4524375" h="633413">
                <a:moveTo>
                  <a:pt x="0" y="347663"/>
                </a:moveTo>
                <a:lnTo>
                  <a:pt x="305591" y="345573"/>
                </a:lnTo>
                <a:lnTo>
                  <a:pt x="582628" y="339565"/>
                </a:lnTo>
                <a:lnTo>
                  <a:pt x="833967" y="330031"/>
                </a:lnTo>
                <a:lnTo>
                  <a:pt x="1062463" y="317363"/>
                </a:lnTo>
                <a:lnTo>
                  <a:pt x="1270972" y="301952"/>
                </a:lnTo>
                <a:lnTo>
                  <a:pt x="1462349" y="284190"/>
                </a:lnTo>
                <a:lnTo>
                  <a:pt x="1639449" y="264469"/>
                </a:lnTo>
                <a:lnTo>
                  <a:pt x="1805127" y="243181"/>
                </a:lnTo>
                <a:lnTo>
                  <a:pt x="1962239" y="220717"/>
                </a:lnTo>
                <a:lnTo>
                  <a:pt x="2113641" y="197470"/>
                </a:lnTo>
                <a:lnTo>
                  <a:pt x="2262188" y="173831"/>
                </a:lnTo>
                <a:lnTo>
                  <a:pt x="2410734" y="150192"/>
                </a:lnTo>
                <a:lnTo>
                  <a:pt x="2562136" y="126945"/>
                </a:lnTo>
                <a:lnTo>
                  <a:pt x="2719248" y="104482"/>
                </a:lnTo>
                <a:lnTo>
                  <a:pt x="2884926" y="83193"/>
                </a:lnTo>
                <a:lnTo>
                  <a:pt x="3062026" y="63473"/>
                </a:lnTo>
                <a:lnTo>
                  <a:pt x="3253403" y="45711"/>
                </a:lnTo>
                <a:lnTo>
                  <a:pt x="3461912" y="30300"/>
                </a:lnTo>
                <a:lnTo>
                  <a:pt x="3690408" y="17631"/>
                </a:lnTo>
                <a:lnTo>
                  <a:pt x="3941747" y="8097"/>
                </a:lnTo>
                <a:lnTo>
                  <a:pt x="4218784" y="2090"/>
                </a:lnTo>
                <a:lnTo>
                  <a:pt x="4524375" y="0"/>
                </a:lnTo>
                <a:lnTo>
                  <a:pt x="4524375" y="285750"/>
                </a:lnTo>
                <a:lnTo>
                  <a:pt x="4218784" y="287840"/>
                </a:lnTo>
                <a:lnTo>
                  <a:pt x="3941747" y="293847"/>
                </a:lnTo>
                <a:lnTo>
                  <a:pt x="3690408" y="303381"/>
                </a:lnTo>
                <a:lnTo>
                  <a:pt x="3461912" y="316050"/>
                </a:lnTo>
                <a:lnTo>
                  <a:pt x="3253403" y="331461"/>
                </a:lnTo>
                <a:lnTo>
                  <a:pt x="3062026" y="349223"/>
                </a:lnTo>
                <a:lnTo>
                  <a:pt x="2884926" y="368943"/>
                </a:lnTo>
                <a:lnTo>
                  <a:pt x="2719248" y="390232"/>
                </a:lnTo>
                <a:lnTo>
                  <a:pt x="2562136" y="412695"/>
                </a:lnTo>
                <a:lnTo>
                  <a:pt x="2410734" y="435942"/>
                </a:lnTo>
                <a:lnTo>
                  <a:pt x="2262188" y="459581"/>
                </a:lnTo>
                <a:lnTo>
                  <a:pt x="2113641" y="483220"/>
                </a:lnTo>
                <a:lnTo>
                  <a:pt x="1962239" y="506467"/>
                </a:lnTo>
                <a:lnTo>
                  <a:pt x="1805127" y="528931"/>
                </a:lnTo>
                <a:lnTo>
                  <a:pt x="1639449" y="550219"/>
                </a:lnTo>
                <a:lnTo>
                  <a:pt x="1462349" y="569940"/>
                </a:lnTo>
                <a:lnTo>
                  <a:pt x="1270972" y="587702"/>
                </a:lnTo>
                <a:lnTo>
                  <a:pt x="1062463" y="603113"/>
                </a:lnTo>
                <a:lnTo>
                  <a:pt x="833967" y="615781"/>
                </a:lnTo>
                <a:lnTo>
                  <a:pt x="582628" y="625315"/>
                </a:lnTo>
                <a:lnTo>
                  <a:pt x="305591" y="631323"/>
                </a:lnTo>
                <a:lnTo>
                  <a:pt x="0" y="633413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926FC9-9736-42E9-806B-EDE4D33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90925"/>
            <a:ext cx="4524375" cy="2528888"/>
          </a:xfrm>
          <a:custGeom xmlns:a="http://schemas.openxmlformats.org/drawingml/2006/main">
            <a:pathLst>
              <a:path w="4524375" h="2528888">
                <a:moveTo>
                  <a:pt x="0" y="2338388"/>
                </a:moveTo>
                <a:lnTo>
                  <a:pt x="305591" y="2324333"/>
                </a:lnTo>
                <a:lnTo>
                  <a:pt x="582628" y="2283925"/>
                </a:lnTo>
                <a:lnTo>
                  <a:pt x="833967" y="2219799"/>
                </a:lnTo>
                <a:lnTo>
                  <a:pt x="1062463" y="2134591"/>
                </a:lnTo>
                <a:lnTo>
                  <a:pt x="1270972" y="2030936"/>
                </a:lnTo>
                <a:lnTo>
                  <a:pt x="1462349" y="1911469"/>
                </a:lnTo>
                <a:lnTo>
                  <a:pt x="1639449" y="1778826"/>
                </a:lnTo>
                <a:lnTo>
                  <a:pt x="1805127" y="1635641"/>
                </a:lnTo>
                <a:lnTo>
                  <a:pt x="1962239" y="1484551"/>
                </a:lnTo>
                <a:lnTo>
                  <a:pt x="2113641" y="1328190"/>
                </a:lnTo>
                <a:lnTo>
                  <a:pt x="2262188" y="1169194"/>
                </a:lnTo>
                <a:lnTo>
                  <a:pt x="2410734" y="1010197"/>
                </a:lnTo>
                <a:lnTo>
                  <a:pt x="2562136" y="853836"/>
                </a:lnTo>
                <a:lnTo>
                  <a:pt x="2719248" y="702746"/>
                </a:lnTo>
                <a:lnTo>
                  <a:pt x="2884926" y="559562"/>
                </a:lnTo>
                <a:lnTo>
                  <a:pt x="3062026" y="426918"/>
                </a:lnTo>
                <a:lnTo>
                  <a:pt x="3253403" y="307451"/>
                </a:lnTo>
                <a:lnTo>
                  <a:pt x="3461912" y="203796"/>
                </a:lnTo>
                <a:lnTo>
                  <a:pt x="3690408" y="118588"/>
                </a:lnTo>
                <a:lnTo>
                  <a:pt x="3941747" y="54463"/>
                </a:lnTo>
                <a:lnTo>
                  <a:pt x="4218784" y="14055"/>
                </a:lnTo>
                <a:lnTo>
                  <a:pt x="4524375" y="0"/>
                </a:lnTo>
                <a:lnTo>
                  <a:pt x="4524375" y="190500"/>
                </a:lnTo>
                <a:lnTo>
                  <a:pt x="4218784" y="204555"/>
                </a:lnTo>
                <a:lnTo>
                  <a:pt x="3941747" y="244963"/>
                </a:lnTo>
                <a:lnTo>
                  <a:pt x="3690408" y="309088"/>
                </a:lnTo>
                <a:lnTo>
                  <a:pt x="3461912" y="394296"/>
                </a:lnTo>
                <a:lnTo>
                  <a:pt x="3253403" y="497951"/>
                </a:lnTo>
                <a:lnTo>
                  <a:pt x="3062026" y="617418"/>
                </a:lnTo>
                <a:lnTo>
                  <a:pt x="2884926" y="750062"/>
                </a:lnTo>
                <a:lnTo>
                  <a:pt x="2719248" y="893246"/>
                </a:lnTo>
                <a:lnTo>
                  <a:pt x="2562136" y="1044336"/>
                </a:lnTo>
                <a:lnTo>
                  <a:pt x="2410734" y="1200697"/>
                </a:lnTo>
                <a:lnTo>
                  <a:pt x="2262188" y="1359694"/>
                </a:lnTo>
                <a:lnTo>
                  <a:pt x="2113641" y="1518690"/>
                </a:lnTo>
                <a:lnTo>
                  <a:pt x="1962239" y="1675051"/>
                </a:lnTo>
                <a:lnTo>
                  <a:pt x="1805127" y="1826141"/>
                </a:lnTo>
                <a:lnTo>
                  <a:pt x="1639449" y="1969326"/>
                </a:lnTo>
                <a:lnTo>
                  <a:pt x="1462349" y="2101969"/>
                </a:lnTo>
                <a:lnTo>
                  <a:pt x="1270972" y="2221436"/>
                </a:lnTo>
                <a:lnTo>
                  <a:pt x="1062463" y="2325091"/>
                </a:lnTo>
                <a:lnTo>
                  <a:pt x="833967" y="2410299"/>
                </a:lnTo>
                <a:lnTo>
                  <a:pt x="582628" y="2474425"/>
                </a:lnTo>
                <a:lnTo>
                  <a:pt x="305591" y="2514833"/>
                </a:lnTo>
                <a:lnTo>
                  <a:pt x="0" y="2528888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A64916-EFB2-4D2F-98AF-F49F899A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9813"/>
            <a:ext cx="4524375" cy="404813"/>
          </a:xfrm>
          <a:custGeom xmlns:a="http://schemas.openxmlformats.org/drawingml/2006/main">
            <a:pathLst>
              <a:path w="4524375" h="404813">
                <a:moveTo>
                  <a:pt x="0" y="0"/>
                </a:moveTo>
                <a:lnTo>
                  <a:pt x="305591" y="1861"/>
                </a:lnTo>
                <a:lnTo>
                  <a:pt x="582628" y="7210"/>
                </a:lnTo>
                <a:lnTo>
                  <a:pt x="833967" y="15699"/>
                </a:lnTo>
                <a:lnTo>
                  <a:pt x="1062463" y="26979"/>
                </a:lnTo>
                <a:lnTo>
                  <a:pt x="1270972" y="40701"/>
                </a:lnTo>
                <a:lnTo>
                  <a:pt x="1462349" y="56517"/>
                </a:lnTo>
                <a:lnTo>
                  <a:pt x="1639449" y="74076"/>
                </a:lnTo>
                <a:lnTo>
                  <a:pt x="1805127" y="93032"/>
                </a:lnTo>
                <a:lnTo>
                  <a:pt x="1962239" y="113033"/>
                </a:lnTo>
                <a:lnTo>
                  <a:pt x="2113641" y="133733"/>
                </a:lnTo>
                <a:lnTo>
                  <a:pt x="2262188" y="154781"/>
                </a:lnTo>
                <a:lnTo>
                  <a:pt x="2410734" y="175830"/>
                </a:lnTo>
                <a:lnTo>
                  <a:pt x="2562136" y="196529"/>
                </a:lnTo>
                <a:lnTo>
                  <a:pt x="2719248" y="216531"/>
                </a:lnTo>
                <a:lnTo>
                  <a:pt x="2884926" y="235486"/>
                </a:lnTo>
                <a:lnTo>
                  <a:pt x="3062026" y="253046"/>
                </a:lnTo>
                <a:lnTo>
                  <a:pt x="3253403" y="268861"/>
                </a:lnTo>
                <a:lnTo>
                  <a:pt x="3461912" y="282583"/>
                </a:lnTo>
                <a:lnTo>
                  <a:pt x="3690408" y="293863"/>
                </a:lnTo>
                <a:lnTo>
                  <a:pt x="3941747" y="302353"/>
                </a:lnTo>
                <a:lnTo>
                  <a:pt x="4218784" y="307702"/>
                </a:lnTo>
                <a:lnTo>
                  <a:pt x="4524375" y="309563"/>
                </a:lnTo>
                <a:lnTo>
                  <a:pt x="4524375" y="404813"/>
                </a:lnTo>
                <a:lnTo>
                  <a:pt x="4218784" y="402952"/>
                </a:lnTo>
                <a:lnTo>
                  <a:pt x="3941747" y="397603"/>
                </a:lnTo>
                <a:lnTo>
                  <a:pt x="3690408" y="389113"/>
                </a:lnTo>
                <a:lnTo>
                  <a:pt x="3461912" y="377833"/>
                </a:lnTo>
                <a:lnTo>
                  <a:pt x="3253403" y="364111"/>
                </a:lnTo>
                <a:lnTo>
                  <a:pt x="3062026" y="348296"/>
                </a:lnTo>
                <a:lnTo>
                  <a:pt x="2884926" y="330736"/>
                </a:lnTo>
                <a:lnTo>
                  <a:pt x="2719248" y="311781"/>
                </a:lnTo>
                <a:lnTo>
                  <a:pt x="2562136" y="291779"/>
                </a:lnTo>
                <a:lnTo>
                  <a:pt x="2410734" y="271080"/>
                </a:lnTo>
                <a:lnTo>
                  <a:pt x="2262188" y="250031"/>
                </a:lnTo>
                <a:lnTo>
                  <a:pt x="2113641" y="228983"/>
                </a:lnTo>
                <a:lnTo>
                  <a:pt x="1962239" y="208283"/>
                </a:lnTo>
                <a:lnTo>
                  <a:pt x="1805127" y="188282"/>
                </a:lnTo>
                <a:lnTo>
                  <a:pt x="1639449" y="169326"/>
                </a:lnTo>
                <a:lnTo>
                  <a:pt x="1462349" y="151767"/>
                </a:lnTo>
                <a:lnTo>
                  <a:pt x="1270972" y="135951"/>
                </a:lnTo>
                <a:lnTo>
                  <a:pt x="1062463" y="122229"/>
                </a:lnTo>
                <a:lnTo>
                  <a:pt x="833967" y="110949"/>
                </a:lnTo>
                <a:lnTo>
                  <a:pt x="582628" y="102460"/>
                </a:lnTo>
                <a:lnTo>
                  <a:pt x="305591" y="97111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BCDBEA-1704-4F9B-8A40-9918DE1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81425"/>
            <a:ext cx="4524375" cy="2576513"/>
          </a:xfrm>
          <a:custGeom xmlns:a="http://schemas.openxmlformats.org/drawingml/2006/main">
            <a:pathLst>
              <a:path w="4524375" h="2576513">
                <a:moveTo>
                  <a:pt x="0" y="2481263"/>
                </a:moveTo>
                <a:lnTo>
                  <a:pt x="305591" y="2466349"/>
                </a:lnTo>
                <a:lnTo>
                  <a:pt x="582628" y="2423472"/>
                </a:lnTo>
                <a:lnTo>
                  <a:pt x="833967" y="2355428"/>
                </a:lnTo>
                <a:lnTo>
                  <a:pt x="1062463" y="2265014"/>
                </a:lnTo>
                <a:lnTo>
                  <a:pt x="1270972" y="2155026"/>
                </a:lnTo>
                <a:lnTo>
                  <a:pt x="1462349" y="2028260"/>
                </a:lnTo>
                <a:lnTo>
                  <a:pt x="1639449" y="1887512"/>
                </a:lnTo>
                <a:lnTo>
                  <a:pt x="1805127" y="1735579"/>
                </a:lnTo>
                <a:lnTo>
                  <a:pt x="1962239" y="1575257"/>
                </a:lnTo>
                <a:lnTo>
                  <a:pt x="2113641" y="1409342"/>
                </a:lnTo>
                <a:lnTo>
                  <a:pt x="2262188" y="1240631"/>
                </a:lnTo>
                <a:lnTo>
                  <a:pt x="2410734" y="1071920"/>
                </a:lnTo>
                <a:lnTo>
                  <a:pt x="2562136" y="906006"/>
                </a:lnTo>
                <a:lnTo>
                  <a:pt x="2719248" y="745684"/>
                </a:lnTo>
                <a:lnTo>
                  <a:pt x="2884926" y="593751"/>
                </a:lnTo>
                <a:lnTo>
                  <a:pt x="3062026" y="453003"/>
                </a:lnTo>
                <a:lnTo>
                  <a:pt x="3253403" y="326237"/>
                </a:lnTo>
                <a:lnTo>
                  <a:pt x="3461912" y="216248"/>
                </a:lnTo>
                <a:lnTo>
                  <a:pt x="3690408" y="125834"/>
                </a:lnTo>
                <a:lnTo>
                  <a:pt x="3941747" y="57790"/>
                </a:lnTo>
                <a:lnTo>
                  <a:pt x="4218784" y="14914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10164"/>
                </a:lnTo>
                <a:lnTo>
                  <a:pt x="3941747" y="153040"/>
                </a:lnTo>
                <a:lnTo>
                  <a:pt x="3690408" y="221084"/>
                </a:lnTo>
                <a:lnTo>
                  <a:pt x="3461912" y="311498"/>
                </a:lnTo>
                <a:lnTo>
                  <a:pt x="3253403" y="421487"/>
                </a:lnTo>
                <a:lnTo>
                  <a:pt x="3062026" y="548253"/>
                </a:lnTo>
                <a:lnTo>
                  <a:pt x="2884926" y="689001"/>
                </a:lnTo>
                <a:lnTo>
                  <a:pt x="2719248" y="840934"/>
                </a:lnTo>
                <a:lnTo>
                  <a:pt x="2562136" y="1001256"/>
                </a:lnTo>
                <a:lnTo>
                  <a:pt x="2410734" y="1167170"/>
                </a:lnTo>
                <a:lnTo>
                  <a:pt x="2262188" y="1335881"/>
                </a:lnTo>
                <a:lnTo>
                  <a:pt x="2113641" y="1504592"/>
                </a:lnTo>
                <a:lnTo>
                  <a:pt x="1962239" y="1670507"/>
                </a:lnTo>
                <a:lnTo>
                  <a:pt x="1805127" y="1830829"/>
                </a:lnTo>
                <a:lnTo>
                  <a:pt x="1639449" y="1982762"/>
                </a:lnTo>
                <a:lnTo>
                  <a:pt x="1462349" y="2123510"/>
                </a:lnTo>
                <a:lnTo>
                  <a:pt x="1270972" y="2250276"/>
                </a:lnTo>
                <a:lnTo>
                  <a:pt x="1062463" y="2360264"/>
                </a:lnTo>
                <a:lnTo>
                  <a:pt x="833967" y="2450678"/>
                </a:lnTo>
                <a:lnTo>
                  <a:pt x="582628" y="2518722"/>
                </a:lnTo>
                <a:lnTo>
                  <a:pt x="305591" y="2561599"/>
                </a:lnTo>
                <a:lnTo>
                  <a:pt x="0" y="2576513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9B8C8B-B064-429B-96F0-B21FAE81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76675"/>
            <a:ext cx="4524375" cy="2719388"/>
          </a:xfrm>
          <a:custGeom xmlns:a="http://schemas.openxmlformats.org/drawingml/2006/main">
            <a:pathLst>
              <a:path w="4524375" h="2719388">
                <a:moveTo>
                  <a:pt x="0" y="2528888"/>
                </a:moveTo>
                <a:lnTo>
                  <a:pt x="305591" y="2513688"/>
                </a:lnTo>
                <a:lnTo>
                  <a:pt x="582628" y="2469988"/>
                </a:lnTo>
                <a:lnTo>
                  <a:pt x="833967" y="2400638"/>
                </a:lnTo>
                <a:lnTo>
                  <a:pt x="1062463" y="2308489"/>
                </a:lnTo>
                <a:lnTo>
                  <a:pt x="1270972" y="2196389"/>
                </a:lnTo>
                <a:lnTo>
                  <a:pt x="1462349" y="2067190"/>
                </a:lnTo>
                <a:lnTo>
                  <a:pt x="1639449" y="1923740"/>
                </a:lnTo>
                <a:lnTo>
                  <a:pt x="1805127" y="1768891"/>
                </a:lnTo>
                <a:lnTo>
                  <a:pt x="1962239" y="1605492"/>
                </a:lnTo>
                <a:lnTo>
                  <a:pt x="2113641" y="1436393"/>
                </a:lnTo>
                <a:lnTo>
                  <a:pt x="2262188" y="1264444"/>
                </a:lnTo>
                <a:lnTo>
                  <a:pt x="2410734" y="1092495"/>
                </a:lnTo>
                <a:lnTo>
                  <a:pt x="2562136" y="923395"/>
                </a:lnTo>
                <a:lnTo>
                  <a:pt x="2719248" y="759996"/>
                </a:lnTo>
                <a:lnTo>
                  <a:pt x="2884926" y="605147"/>
                </a:lnTo>
                <a:lnTo>
                  <a:pt x="3062026" y="461698"/>
                </a:lnTo>
                <a:lnTo>
                  <a:pt x="3253403" y="332498"/>
                </a:lnTo>
                <a:lnTo>
                  <a:pt x="3461912" y="220399"/>
                </a:lnTo>
                <a:lnTo>
                  <a:pt x="3690408" y="128249"/>
                </a:lnTo>
                <a:lnTo>
                  <a:pt x="3941747" y="58900"/>
                </a:lnTo>
                <a:lnTo>
                  <a:pt x="4218784" y="15200"/>
                </a:lnTo>
                <a:lnTo>
                  <a:pt x="4524375" y="0"/>
                </a:lnTo>
                <a:lnTo>
                  <a:pt x="4524375" y="190500"/>
                </a:lnTo>
                <a:lnTo>
                  <a:pt x="4218784" y="205700"/>
                </a:lnTo>
                <a:lnTo>
                  <a:pt x="3941747" y="249400"/>
                </a:lnTo>
                <a:lnTo>
                  <a:pt x="3690408" y="318749"/>
                </a:lnTo>
                <a:lnTo>
                  <a:pt x="3461912" y="410899"/>
                </a:lnTo>
                <a:lnTo>
                  <a:pt x="3253403" y="522998"/>
                </a:lnTo>
                <a:lnTo>
                  <a:pt x="3062026" y="652198"/>
                </a:lnTo>
                <a:lnTo>
                  <a:pt x="2884926" y="795647"/>
                </a:lnTo>
                <a:lnTo>
                  <a:pt x="2719248" y="950496"/>
                </a:lnTo>
                <a:lnTo>
                  <a:pt x="2562136" y="1113895"/>
                </a:lnTo>
                <a:lnTo>
                  <a:pt x="2410734" y="1282995"/>
                </a:lnTo>
                <a:lnTo>
                  <a:pt x="2262188" y="1454944"/>
                </a:lnTo>
                <a:lnTo>
                  <a:pt x="2113641" y="1626893"/>
                </a:lnTo>
                <a:lnTo>
                  <a:pt x="1962239" y="1795992"/>
                </a:lnTo>
                <a:lnTo>
                  <a:pt x="1805127" y="1959391"/>
                </a:lnTo>
                <a:lnTo>
                  <a:pt x="1639449" y="2114240"/>
                </a:lnTo>
                <a:lnTo>
                  <a:pt x="1462349" y="2257690"/>
                </a:lnTo>
                <a:lnTo>
                  <a:pt x="1270972" y="2386889"/>
                </a:lnTo>
                <a:lnTo>
                  <a:pt x="1062463" y="2498989"/>
                </a:lnTo>
                <a:lnTo>
                  <a:pt x="833967" y="2591138"/>
                </a:lnTo>
                <a:lnTo>
                  <a:pt x="582628" y="2660488"/>
                </a:lnTo>
                <a:lnTo>
                  <a:pt x="305591" y="2704188"/>
                </a:lnTo>
                <a:lnTo>
                  <a:pt x="0" y="2719388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F61CAD-0A3D-4810-A33F-07C0A307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67175"/>
            <a:ext cx="4524375" cy="2767013"/>
          </a:xfrm>
          <a:custGeom xmlns:a="http://schemas.openxmlformats.org/drawingml/2006/main">
            <a:pathLst>
              <a:path w="4524375" h="2767013">
                <a:moveTo>
                  <a:pt x="0" y="2576513"/>
                </a:moveTo>
                <a:lnTo>
                  <a:pt x="305591" y="2561026"/>
                </a:lnTo>
                <a:lnTo>
                  <a:pt x="582628" y="2516504"/>
                </a:lnTo>
                <a:lnTo>
                  <a:pt x="833967" y="2445848"/>
                </a:lnTo>
                <a:lnTo>
                  <a:pt x="1062463" y="2351963"/>
                </a:lnTo>
                <a:lnTo>
                  <a:pt x="1270972" y="2237752"/>
                </a:lnTo>
                <a:lnTo>
                  <a:pt x="1462349" y="2106120"/>
                </a:lnTo>
                <a:lnTo>
                  <a:pt x="1639449" y="1959969"/>
                </a:lnTo>
                <a:lnTo>
                  <a:pt x="1805127" y="1802204"/>
                </a:lnTo>
                <a:lnTo>
                  <a:pt x="1962239" y="1635727"/>
                </a:lnTo>
                <a:lnTo>
                  <a:pt x="2113641" y="1463444"/>
                </a:lnTo>
                <a:lnTo>
                  <a:pt x="2262188" y="1288256"/>
                </a:lnTo>
                <a:lnTo>
                  <a:pt x="2410734" y="1113069"/>
                </a:lnTo>
                <a:lnTo>
                  <a:pt x="2562136" y="940785"/>
                </a:lnTo>
                <a:lnTo>
                  <a:pt x="2719248" y="774309"/>
                </a:lnTo>
                <a:lnTo>
                  <a:pt x="2884926" y="616543"/>
                </a:lnTo>
                <a:lnTo>
                  <a:pt x="3062026" y="470393"/>
                </a:lnTo>
                <a:lnTo>
                  <a:pt x="3253403" y="338760"/>
                </a:lnTo>
                <a:lnTo>
                  <a:pt x="3461912" y="224550"/>
                </a:lnTo>
                <a:lnTo>
                  <a:pt x="3690408" y="130665"/>
                </a:lnTo>
                <a:lnTo>
                  <a:pt x="3941747" y="60009"/>
                </a:lnTo>
                <a:lnTo>
                  <a:pt x="4218784" y="15486"/>
                </a:lnTo>
                <a:lnTo>
                  <a:pt x="4524375" y="0"/>
                </a:lnTo>
                <a:lnTo>
                  <a:pt x="4524375" y="190500"/>
                </a:lnTo>
                <a:lnTo>
                  <a:pt x="4218784" y="205986"/>
                </a:lnTo>
                <a:lnTo>
                  <a:pt x="3941747" y="250509"/>
                </a:lnTo>
                <a:lnTo>
                  <a:pt x="3690408" y="321165"/>
                </a:lnTo>
                <a:lnTo>
                  <a:pt x="3461912" y="415050"/>
                </a:lnTo>
                <a:lnTo>
                  <a:pt x="3253403" y="529260"/>
                </a:lnTo>
                <a:lnTo>
                  <a:pt x="3062026" y="660893"/>
                </a:lnTo>
                <a:lnTo>
                  <a:pt x="2884926" y="807043"/>
                </a:lnTo>
                <a:lnTo>
                  <a:pt x="2719248" y="964809"/>
                </a:lnTo>
                <a:lnTo>
                  <a:pt x="2562136" y="1131285"/>
                </a:lnTo>
                <a:lnTo>
                  <a:pt x="2410734" y="1303569"/>
                </a:lnTo>
                <a:lnTo>
                  <a:pt x="2262188" y="1478756"/>
                </a:lnTo>
                <a:lnTo>
                  <a:pt x="2113641" y="1653944"/>
                </a:lnTo>
                <a:lnTo>
                  <a:pt x="1962239" y="1826227"/>
                </a:lnTo>
                <a:lnTo>
                  <a:pt x="1805127" y="1992704"/>
                </a:lnTo>
                <a:lnTo>
                  <a:pt x="1639449" y="2150469"/>
                </a:lnTo>
                <a:lnTo>
                  <a:pt x="1462349" y="2296620"/>
                </a:lnTo>
                <a:lnTo>
                  <a:pt x="1270972" y="2428252"/>
                </a:lnTo>
                <a:lnTo>
                  <a:pt x="1062463" y="2542463"/>
                </a:lnTo>
                <a:lnTo>
                  <a:pt x="833967" y="2636348"/>
                </a:lnTo>
                <a:lnTo>
                  <a:pt x="582628" y="2707004"/>
                </a:lnTo>
                <a:lnTo>
                  <a:pt x="305591" y="2751526"/>
                </a:lnTo>
                <a:lnTo>
                  <a:pt x="0" y="2767013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1CEFB7-5C14-4F5A-9965-D8553F19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57675"/>
            <a:ext cx="4524375" cy="2814638"/>
          </a:xfrm>
          <a:custGeom xmlns:a="http://schemas.openxmlformats.org/drawingml/2006/main">
            <a:pathLst>
              <a:path w="4524375" h="2814638">
                <a:moveTo>
                  <a:pt x="0" y="2624138"/>
                </a:moveTo>
                <a:lnTo>
                  <a:pt x="305591" y="2608365"/>
                </a:lnTo>
                <a:lnTo>
                  <a:pt x="582628" y="2563019"/>
                </a:lnTo>
                <a:lnTo>
                  <a:pt x="833967" y="2491058"/>
                </a:lnTo>
                <a:lnTo>
                  <a:pt x="1062463" y="2395437"/>
                </a:lnTo>
                <a:lnTo>
                  <a:pt x="1270972" y="2279116"/>
                </a:lnTo>
                <a:lnTo>
                  <a:pt x="1462349" y="2145050"/>
                </a:lnTo>
                <a:lnTo>
                  <a:pt x="1639449" y="1996198"/>
                </a:lnTo>
                <a:lnTo>
                  <a:pt x="1805127" y="1835516"/>
                </a:lnTo>
                <a:lnTo>
                  <a:pt x="1962239" y="1665963"/>
                </a:lnTo>
                <a:lnTo>
                  <a:pt x="2113641" y="1490494"/>
                </a:lnTo>
                <a:lnTo>
                  <a:pt x="2262188" y="1312069"/>
                </a:lnTo>
                <a:lnTo>
                  <a:pt x="2410734" y="1133643"/>
                </a:lnTo>
                <a:lnTo>
                  <a:pt x="2562136" y="958175"/>
                </a:lnTo>
                <a:lnTo>
                  <a:pt x="2719248" y="788621"/>
                </a:lnTo>
                <a:lnTo>
                  <a:pt x="2884926" y="627940"/>
                </a:lnTo>
                <a:lnTo>
                  <a:pt x="3062026" y="479087"/>
                </a:lnTo>
                <a:lnTo>
                  <a:pt x="3253403" y="345022"/>
                </a:lnTo>
                <a:lnTo>
                  <a:pt x="3461912" y="228700"/>
                </a:lnTo>
                <a:lnTo>
                  <a:pt x="3690408" y="133080"/>
                </a:lnTo>
                <a:lnTo>
                  <a:pt x="3941747" y="61118"/>
                </a:lnTo>
                <a:lnTo>
                  <a:pt x="4218784" y="15772"/>
                </a:lnTo>
                <a:lnTo>
                  <a:pt x="4524375" y="0"/>
                </a:lnTo>
                <a:lnTo>
                  <a:pt x="4524375" y="190500"/>
                </a:lnTo>
                <a:lnTo>
                  <a:pt x="4218784" y="206272"/>
                </a:lnTo>
                <a:lnTo>
                  <a:pt x="3941747" y="251618"/>
                </a:lnTo>
                <a:lnTo>
                  <a:pt x="3690408" y="323580"/>
                </a:lnTo>
                <a:lnTo>
                  <a:pt x="3461912" y="419200"/>
                </a:lnTo>
                <a:lnTo>
                  <a:pt x="3253403" y="535522"/>
                </a:lnTo>
                <a:lnTo>
                  <a:pt x="3062026" y="669587"/>
                </a:lnTo>
                <a:lnTo>
                  <a:pt x="2884926" y="818440"/>
                </a:lnTo>
                <a:lnTo>
                  <a:pt x="2719248" y="979121"/>
                </a:lnTo>
                <a:lnTo>
                  <a:pt x="2562136" y="1148675"/>
                </a:lnTo>
                <a:lnTo>
                  <a:pt x="2410734" y="1324143"/>
                </a:lnTo>
                <a:lnTo>
                  <a:pt x="2262188" y="1502569"/>
                </a:lnTo>
                <a:lnTo>
                  <a:pt x="2113641" y="1680994"/>
                </a:lnTo>
                <a:lnTo>
                  <a:pt x="1962239" y="1856463"/>
                </a:lnTo>
                <a:lnTo>
                  <a:pt x="1805127" y="2026016"/>
                </a:lnTo>
                <a:lnTo>
                  <a:pt x="1639449" y="2186698"/>
                </a:lnTo>
                <a:lnTo>
                  <a:pt x="1462349" y="2335550"/>
                </a:lnTo>
                <a:lnTo>
                  <a:pt x="1270972" y="2469616"/>
                </a:lnTo>
                <a:lnTo>
                  <a:pt x="1062463" y="2585937"/>
                </a:lnTo>
                <a:lnTo>
                  <a:pt x="833967" y="2681558"/>
                </a:lnTo>
                <a:lnTo>
                  <a:pt x="582628" y="2753519"/>
                </a:lnTo>
                <a:lnTo>
                  <a:pt x="305591" y="2798865"/>
                </a:lnTo>
                <a:lnTo>
                  <a:pt x="0" y="2814638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D287626-8019-4BFC-B672-CE5AAB14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48175"/>
            <a:ext cx="4524375" cy="2767013"/>
          </a:xfrm>
          <a:custGeom xmlns:a="http://schemas.openxmlformats.org/drawingml/2006/main">
            <a:pathLst>
              <a:path w="4524375" h="2767013">
                <a:moveTo>
                  <a:pt x="0" y="2671763"/>
                </a:moveTo>
                <a:lnTo>
                  <a:pt x="305591" y="2655704"/>
                </a:lnTo>
                <a:lnTo>
                  <a:pt x="582628" y="2609535"/>
                </a:lnTo>
                <a:lnTo>
                  <a:pt x="833967" y="2536267"/>
                </a:lnTo>
                <a:lnTo>
                  <a:pt x="1062463" y="2438912"/>
                </a:lnTo>
                <a:lnTo>
                  <a:pt x="1270972" y="2320479"/>
                </a:lnTo>
                <a:lnTo>
                  <a:pt x="1462349" y="2183980"/>
                </a:lnTo>
                <a:lnTo>
                  <a:pt x="1639449" y="2032426"/>
                </a:lnTo>
                <a:lnTo>
                  <a:pt x="1805127" y="1868829"/>
                </a:lnTo>
                <a:lnTo>
                  <a:pt x="1962239" y="1696198"/>
                </a:lnTo>
                <a:lnTo>
                  <a:pt x="2113641" y="1517545"/>
                </a:lnTo>
                <a:lnTo>
                  <a:pt x="2262188" y="1335881"/>
                </a:lnTo>
                <a:lnTo>
                  <a:pt x="2410734" y="1154217"/>
                </a:lnTo>
                <a:lnTo>
                  <a:pt x="2562136" y="975565"/>
                </a:lnTo>
                <a:lnTo>
                  <a:pt x="2719248" y="802934"/>
                </a:lnTo>
                <a:lnTo>
                  <a:pt x="2884926" y="639336"/>
                </a:lnTo>
                <a:lnTo>
                  <a:pt x="3062026" y="487782"/>
                </a:lnTo>
                <a:lnTo>
                  <a:pt x="3253403" y="351284"/>
                </a:lnTo>
                <a:lnTo>
                  <a:pt x="3461912" y="232851"/>
                </a:lnTo>
                <a:lnTo>
                  <a:pt x="3690408" y="135495"/>
                </a:lnTo>
                <a:lnTo>
                  <a:pt x="3941747" y="62227"/>
                </a:lnTo>
                <a:lnTo>
                  <a:pt x="4218784" y="16059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11309"/>
                </a:lnTo>
                <a:lnTo>
                  <a:pt x="3941747" y="157477"/>
                </a:lnTo>
                <a:lnTo>
                  <a:pt x="3690408" y="230745"/>
                </a:lnTo>
                <a:lnTo>
                  <a:pt x="3461912" y="328101"/>
                </a:lnTo>
                <a:lnTo>
                  <a:pt x="3253403" y="446534"/>
                </a:lnTo>
                <a:lnTo>
                  <a:pt x="3062026" y="583032"/>
                </a:lnTo>
                <a:lnTo>
                  <a:pt x="2884926" y="734586"/>
                </a:lnTo>
                <a:lnTo>
                  <a:pt x="2719248" y="898184"/>
                </a:lnTo>
                <a:lnTo>
                  <a:pt x="2562136" y="1070815"/>
                </a:lnTo>
                <a:lnTo>
                  <a:pt x="2410734" y="1249467"/>
                </a:lnTo>
                <a:lnTo>
                  <a:pt x="2262188" y="1431131"/>
                </a:lnTo>
                <a:lnTo>
                  <a:pt x="2113641" y="1612795"/>
                </a:lnTo>
                <a:lnTo>
                  <a:pt x="1962239" y="1791448"/>
                </a:lnTo>
                <a:lnTo>
                  <a:pt x="1805127" y="1964079"/>
                </a:lnTo>
                <a:lnTo>
                  <a:pt x="1639449" y="2127676"/>
                </a:lnTo>
                <a:lnTo>
                  <a:pt x="1462349" y="2279230"/>
                </a:lnTo>
                <a:lnTo>
                  <a:pt x="1270972" y="2415729"/>
                </a:lnTo>
                <a:lnTo>
                  <a:pt x="1062463" y="2534162"/>
                </a:lnTo>
                <a:lnTo>
                  <a:pt x="833967" y="2631517"/>
                </a:lnTo>
                <a:lnTo>
                  <a:pt x="582628" y="2704785"/>
                </a:lnTo>
                <a:lnTo>
                  <a:pt x="305591" y="2750954"/>
                </a:lnTo>
                <a:lnTo>
                  <a:pt x="0" y="2767013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189B45-21AD-4403-916A-A56995E4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43425"/>
            <a:ext cx="4524375" cy="2814638"/>
          </a:xfrm>
          <a:custGeom xmlns:a="http://schemas.openxmlformats.org/drawingml/2006/main">
            <a:pathLst>
              <a:path w="4524375" h="2814638">
                <a:moveTo>
                  <a:pt x="0" y="2719388"/>
                </a:moveTo>
                <a:lnTo>
                  <a:pt x="305591" y="2703043"/>
                </a:lnTo>
                <a:lnTo>
                  <a:pt x="582628" y="2656051"/>
                </a:lnTo>
                <a:lnTo>
                  <a:pt x="833967" y="2581477"/>
                </a:lnTo>
                <a:lnTo>
                  <a:pt x="1062463" y="2482386"/>
                </a:lnTo>
                <a:lnTo>
                  <a:pt x="1270972" y="2361842"/>
                </a:lnTo>
                <a:lnTo>
                  <a:pt x="1462349" y="2222910"/>
                </a:lnTo>
                <a:lnTo>
                  <a:pt x="1639449" y="2068655"/>
                </a:lnTo>
                <a:lnTo>
                  <a:pt x="1805127" y="1902141"/>
                </a:lnTo>
                <a:lnTo>
                  <a:pt x="1962239" y="1726433"/>
                </a:lnTo>
                <a:lnTo>
                  <a:pt x="2113641" y="1544596"/>
                </a:lnTo>
                <a:lnTo>
                  <a:pt x="2262188" y="1359694"/>
                </a:lnTo>
                <a:lnTo>
                  <a:pt x="2410734" y="1174792"/>
                </a:lnTo>
                <a:lnTo>
                  <a:pt x="2562136" y="992954"/>
                </a:lnTo>
                <a:lnTo>
                  <a:pt x="2719248" y="817246"/>
                </a:lnTo>
                <a:lnTo>
                  <a:pt x="2884926" y="650732"/>
                </a:lnTo>
                <a:lnTo>
                  <a:pt x="3062026" y="496477"/>
                </a:lnTo>
                <a:lnTo>
                  <a:pt x="3253403" y="357545"/>
                </a:lnTo>
                <a:lnTo>
                  <a:pt x="3461912" y="237001"/>
                </a:lnTo>
                <a:lnTo>
                  <a:pt x="3690408" y="137910"/>
                </a:lnTo>
                <a:lnTo>
                  <a:pt x="3941747" y="63337"/>
                </a:lnTo>
                <a:lnTo>
                  <a:pt x="4218784" y="16345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11595"/>
                </a:lnTo>
                <a:lnTo>
                  <a:pt x="3941747" y="158587"/>
                </a:lnTo>
                <a:lnTo>
                  <a:pt x="3690408" y="233160"/>
                </a:lnTo>
                <a:lnTo>
                  <a:pt x="3461912" y="332251"/>
                </a:lnTo>
                <a:lnTo>
                  <a:pt x="3253403" y="452795"/>
                </a:lnTo>
                <a:lnTo>
                  <a:pt x="3062026" y="591727"/>
                </a:lnTo>
                <a:lnTo>
                  <a:pt x="2884926" y="745982"/>
                </a:lnTo>
                <a:lnTo>
                  <a:pt x="2719248" y="912496"/>
                </a:lnTo>
                <a:lnTo>
                  <a:pt x="2562136" y="1088204"/>
                </a:lnTo>
                <a:lnTo>
                  <a:pt x="2410734" y="1270042"/>
                </a:lnTo>
                <a:lnTo>
                  <a:pt x="2262188" y="1454944"/>
                </a:lnTo>
                <a:lnTo>
                  <a:pt x="2113641" y="1639846"/>
                </a:lnTo>
                <a:lnTo>
                  <a:pt x="1962239" y="1821683"/>
                </a:lnTo>
                <a:lnTo>
                  <a:pt x="1805127" y="1997391"/>
                </a:lnTo>
                <a:lnTo>
                  <a:pt x="1639449" y="2163905"/>
                </a:lnTo>
                <a:lnTo>
                  <a:pt x="1462349" y="2318160"/>
                </a:lnTo>
                <a:lnTo>
                  <a:pt x="1270972" y="2457092"/>
                </a:lnTo>
                <a:lnTo>
                  <a:pt x="1062463" y="2577636"/>
                </a:lnTo>
                <a:lnTo>
                  <a:pt x="833967" y="2676727"/>
                </a:lnTo>
                <a:lnTo>
                  <a:pt x="582628" y="2751301"/>
                </a:lnTo>
                <a:lnTo>
                  <a:pt x="305591" y="2798293"/>
                </a:lnTo>
                <a:lnTo>
                  <a:pt x="0" y="2814638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52A2DF-3B72-4E69-868E-03C717C4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405688"/>
            <a:ext cx="4524375" cy="1709738"/>
          </a:xfrm>
          <a:custGeom xmlns:a="http://schemas.openxmlformats.org/drawingml/2006/main">
            <a:pathLst>
              <a:path w="4524375" h="1709738">
                <a:moveTo>
                  <a:pt x="0" y="0"/>
                </a:moveTo>
                <a:lnTo>
                  <a:pt x="305591" y="9704"/>
                </a:lnTo>
                <a:lnTo>
                  <a:pt x="582628" y="37603"/>
                </a:lnTo>
                <a:lnTo>
                  <a:pt x="833967" y="81877"/>
                </a:lnTo>
                <a:lnTo>
                  <a:pt x="1062463" y="140707"/>
                </a:lnTo>
                <a:lnTo>
                  <a:pt x="1270972" y="212273"/>
                </a:lnTo>
                <a:lnTo>
                  <a:pt x="1462349" y="294756"/>
                </a:lnTo>
                <a:lnTo>
                  <a:pt x="1639449" y="386337"/>
                </a:lnTo>
                <a:lnTo>
                  <a:pt x="1805127" y="485195"/>
                </a:lnTo>
                <a:lnTo>
                  <a:pt x="1962239" y="589512"/>
                </a:lnTo>
                <a:lnTo>
                  <a:pt x="2113641" y="697468"/>
                </a:lnTo>
                <a:lnTo>
                  <a:pt x="2262188" y="807244"/>
                </a:lnTo>
                <a:lnTo>
                  <a:pt x="2410734" y="917019"/>
                </a:lnTo>
                <a:lnTo>
                  <a:pt x="2562136" y="1024975"/>
                </a:lnTo>
                <a:lnTo>
                  <a:pt x="2719248" y="1129292"/>
                </a:lnTo>
                <a:lnTo>
                  <a:pt x="2884926" y="1228151"/>
                </a:lnTo>
                <a:lnTo>
                  <a:pt x="3062026" y="1319731"/>
                </a:lnTo>
                <a:lnTo>
                  <a:pt x="3253403" y="1402215"/>
                </a:lnTo>
                <a:lnTo>
                  <a:pt x="3461912" y="1473781"/>
                </a:lnTo>
                <a:lnTo>
                  <a:pt x="3690408" y="1532611"/>
                </a:lnTo>
                <a:lnTo>
                  <a:pt x="3941747" y="1576885"/>
                </a:lnTo>
                <a:lnTo>
                  <a:pt x="4218784" y="1604784"/>
                </a:lnTo>
                <a:lnTo>
                  <a:pt x="4524375" y="1614488"/>
                </a:lnTo>
                <a:lnTo>
                  <a:pt x="4524375" y="1709738"/>
                </a:lnTo>
                <a:lnTo>
                  <a:pt x="4218784" y="1700034"/>
                </a:lnTo>
                <a:lnTo>
                  <a:pt x="3941747" y="1672135"/>
                </a:lnTo>
                <a:lnTo>
                  <a:pt x="3690408" y="1627861"/>
                </a:lnTo>
                <a:lnTo>
                  <a:pt x="3461912" y="1569031"/>
                </a:lnTo>
                <a:lnTo>
                  <a:pt x="3253403" y="1497465"/>
                </a:lnTo>
                <a:lnTo>
                  <a:pt x="3062026" y="1414981"/>
                </a:lnTo>
                <a:lnTo>
                  <a:pt x="2884926" y="1323401"/>
                </a:lnTo>
                <a:lnTo>
                  <a:pt x="2719248" y="1224542"/>
                </a:lnTo>
                <a:lnTo>
                  <a:pt x="2562136" y="1120225"/>
                </a:lnTo>
                <a:lnTo>
                  <a:pt x="2410734" y="1012269"/>
                </a:lnTo>
                <a:lnTo>
                  <a:pt x="2262188" y="902494"/>
                </a:lnTo>
                <a:lnTo>
                  <a:pt x="2113641" y="792718"/>
                </a:lnTo>
                <a:lnTo>
                  <a:pt x="1962239" y="684762"/>
                </a:lnTo>
                <a:lnTo>
                  <a:pt x="1805127" y="580445"/>
                </a:lnTo>
                <a:lnTo>
                  <a:pt x="1639449" y="481587"/>
                </a:lnTo>
                <a:lnTo>
                  <a:pt x="1462349" y="390006"/>
                </a:lnTo>
                <a:lnTo>
                  <a:pt x="1270972" y="307523"/>
                </a:lnTo>
                <a:lnTo>
                  <a:pt x="1062463" y="235957"/>
                </a:lnTo>
                <a:lnTo>
                  <a:pt x="833967" y="177127"/>
                </a:lnTo>
                <a:lnTo>
                  <a:pt x="582628" y="132853"/>
                </a:lnTo>
                <a:lnTo>
                  <a:pt x="305591" y="104954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4B5563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838C51E-897C-4E8C-87C1-86F150B1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24625"/>
            <a:ext cx="4524375" cy="1119188"/>
          </a:xfrm>
          <a:custGeom xmlns:a="http://schemas.openxmlformats.org/drawingml/2006/main">
            <a:pathLst>
              <a:path w="4524375" h="1119188">
                <a:moveTo>
                  <a:pt x="0" y="1023938"/>
                </a:moveTo>
                <a:lnTo>
                  <a:pt x="305591" y="1017783"/>
                </a:lnTo>
                <a:lnTo>
                  <a:pt x="582628" y="1000089"/>
                </a:lnTo>
                <a:lnTo>
                  <a:pt x="833967" y="972010"/>
                </a:lnTo>
                <a:lnTo>
                  <a:pt x="1062463" y="934699"/>
                </a:lnTo>
                <a:lnTo>
                  <a:pt x="1270972" y="889310"/>
                </a:lnTo>
                <a:lnTo>
                  <a:pt x="1462349" y="836998"/>
                </a:lnTo>
                <a:lnTo>
                  <a:pt x="1639449" y="778916"/>
                </a:lnTo>
                <a:lnTo>
                  <a:pt x="1805127" y="716218"/>
                </a:lnTo>
                <a:lnTo>
                  <a:pt x="1962239" y="650058"/>
                </a:lnTo>
                <a:lnTo>
                  <a:pt x="2113641" y="581590"/>
                </a:lnTo>
                <a:lnTo>
                  <a:pt x="2262188" y="511969"/>
                </a:lnTo>
                <a:lnTo>
                  <a:pt x="2410734" y="442347"/>
                </a:lnTo>
                <a:lnTo>
                  <a:pt x="2562136" y="373880"/>
                </a:lnTo>
                <a:lnTo>
                  <a:pt x="2719248" y="307720"/>
                </a:lnTo>
                <a:lnTo>
                  <a:pt x="2884926" y="245022"/>
                </a:lnTo>
                <a:lnTo>
                  <a:pt x="3062026" y="186940"/>
                </a:lnTo>
                <a:lnTo>
                  <a:pt x="3253403" y="134627"/>
                </a:lnTo>
                <a:lnTo>
                  <a:pt x="3461912" y="89239"/>
                </a:lnTo>
                <a:lnTo>
                  <a:pt x="3690408" y="51928"/>
                </a:lnTo>
                <a:lnTo>
                  <a:pt x="3941747" y="23848"/>
                </a:lnTo>
                <a:lnTo>
                  <a:pt x="4218784" y="6154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01404"/>
                </a:lnTo>
                <a:lnTo>
                  <a:pt x="3941747" y="119098"/>
                </a:lnTo>
                <a:lnTo>
                  <a:pt x="3690408" y="147178"/>
                </a:lnTo>
                <a:lnTo>
                  <a:pt x="3461912" y="184489"/>
                </a:lnTo>
                <a:lnTo>
                  <a:pt x="3253403" y="229877"/>
                </a:lnTo>
                <a:lnTo>
                  <a:pt x="3062026" y="282190"/>
                </a:lnTo>
                <a:lnTo>
                  <a:pt x="2884926" y="340272"/>
                </a:lnTo>
                <a:lnTo>
                  <a:pt x="2719248" y="402970"/>
                </a:lnTo>
                <a:lnTo>
                  <a:pt x="2562136" y="469130"/>
                </a:lnTo>
                <a:lnTo>
                  <a:pt x="2410734" y="537597"/>
                </a:lnTo>
                <a:lnTo>
                  <a:pt x="2262188" y="607219"/>
                </a:lnTo>
                <a:lnTo>
                  <a:pt x="2113641" y="676840"/>
                </a:lnTo>
                <a:lnTo>
                  <a:pt x="1962239" y="745308"/>
                </a:lnTo>
                <a:lnTo>
                  <a:pt x="1805127" y="811468"/>
                </a:lnTo>
                <a:lnTo>
                  <a:pt x="1639449" y="874166"/>
                </a:lnTo>
                <a:lnTo>
                  <a:pt x="1462349" y="932248"/>
                </a:lnTo>
                <a:lnTo>
                  <a:pt x="1270972" y="984560"/>
                </a:lnTo>
                <a:lnTo>
                  <a:pt x="1062463" y="1029949"/>
                </a:lnTo>
                <a:lnTo>
                  <a:pt x="833967" y="1067260"/>
                </a:lnTo>
                <a:lnTo>
                  <a:pt x="582628" y="1095339"/>
                </a:lnTo>
                <a:lnTo>
                  <a:pt x="305591" y="1113033"/>
                </a:lnTo>
                <a:lnTo>
                  <a:pt x="0" y="1119188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ADDDD7D-A2E6-46BF-A067-2C83C444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619875"/>
            <a:ext cx="4524375" cy="1166813"/>
          </a:xfrm>
          <a:custGeom xmlns:a="http://schemas.openxmlformats.org/drawingml/2006/main">
            <a:pathLst>
              <a:path w="4524375" h="1166813">
                <a:moveTo>
                  <a:pt x="0" y="1071563"/>
                </a:moveTo>
                <a:lnTo>
                  <a:pt x="305591" y="1065122"/>
                </a:lnTo>
                <a:lnTo>
                  <a:pt x="582628" y="1046605"/>
                </a:lnTo>
                <a:lnTo>
                  <a:pt x="833967" y="1017220"/>
                </a:lnTo>
                <a:lnTo>
                  <a:pt x="1062463" y="978173"/>
                </a:lnTo>
                <a:lnTo>
                  <a:pt x="1270972" y="930673"/>
                </a:lnTo>
                <a:lnTo>
                  <a:pt x="1462349" y="875928"/>
                </a:lnTo>
                <a:lnTo>
                  <a:pt x="1639449" y="815144"/>
                </a:lnTo>
                <a:lnTo>
                  <a:pt x="1805127" y="749530"/>
                </a:lnTo>
                <a:lnTo>
                  <a:pt x="1962239" y="680293"/>
                </a:lnTo>
                <a:lnTo>
                  <a:pt x="2113641" y="608641"/>
                </a:lnTo>
                <a:lnTo>
                  <a:pt x="2262188" y="535781"/>
                </a:lnTo>
                <a:lnTo>
                  <a:pt x="2410734" y="462921"/>
                </a:lnTo>
                <a:lnTo>
                  <a:pt x="2562136" y="391269"/>
                </a:lnTo>
                <a:lnTo>
                  <a:pt x="2719248" y="322032"/>
                </a:lnTo>
                <a:lnTo>
                  <a:pt x="2884926" y="256418"/>
                </a:lnTo>
                <a:lnTo>
                  <a:pt x="3062026" y="195635"/>
                </a:lnTo>
                <a:lnTo>
                  <a:pt x="3253403" y="140889"/>
                </a:lnTo>
                <a:lnTo>
                  <a:pt x="3461912" y="93389"/>
                </a:lnTo>
                <a:lnTo>
                  <a:pt x="3690408" y="54343"/>
                </a:lnTo>
                <a:lnTo>
                  <a:pt x="3941747" y="24958"/>
                </a:lnTo>
                <a:lnTo>
                  <a:pt x="4218784" y="6441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01691"/>
                </a:lnTo>
                <a:lnTo>
                  <a:pt x="3941747" y="120208"/>
                </a:lnTo>
                <a:lnTo>
                  <a:pt x="3690408" y="149593"/>
                </a:lnTo>
                <a:lnTo>
                  <a:pt x="3461912" y="188639"/>
                </a:lnTo>
                <a:lnTo>
                  <a:pt x="3253403" y="236139"/>
                </a:lnTo>
                <a:lnTo>
                  <a:pt x="3062026" y="290885"/>
                </a:lnTo>
                <a:lnTo>
                  <a:pt x="2884926" y="351668"/>
                </a:lnTo>
                <a:lnTo>
                  <a:pt x="2719248" y="417282"/>
                </a:lnTo>
                <a:lnTo>
                  <a:pt x="2562136" y="486519"/>
                </a:lnTo>
                <a:lnTo>
                  <a:pt x="2410734" y="558171"/>
                </a:lnTo>
                <a:lnTo>
                  <a:pt x="2262188" y="631031"/>
                </a:lnTo>
                <a:lnTo>
                  <a:pt x="2113641" y="703891"/>
                </a:lnTo>
                <a:lnTo>
                  <a:pt x="1962239" y="775543"/>
                </a:lnTo>
                <a:lnTo>
                  <a:pt x="1805127" y="844780"/>
                </a:lnTo>
                <a:lnTo>
                  <a:pt x="1639449" y="910394"/>
                </a:lnTo>
                <a:lnTo>
                  <a:pt x="1462349" y="971178"/>
                </a:lnTo>
                <a:lnTo>
                  <a:pt x="1270972" y="1025923"/>
                </a:lnTo>
                <a:lnTo>
                  <a:pt x="1062463" y="1073423"/>
                </a:lnTo>
                <a:lnTo>
                  <a:pt x="833967" y="1112470"/>
                </a:lnTo>
                <a:lnTo>
                  <a:pt x="582628" y="1141855"/>
                </a:lnTo>
                <a:lnTo>
                  <a:pt x="305591" y="1160372"/>
                </a:lnTo>
                <a:lnTo>
                  <a:pt x="0" y="1166813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3DC811-D969-43B7-AE38-AF78A2BE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34025"/>
            <a:ext cx="4524375" cy="2395538"/>
          </a:xfrm>
          <a:custGeom xmlns:a="http://schemas.openxmlformats.org/drawingml/2006/main">
            <a:pathLst>
              <a:path w="4524375" h="2395538">
                <a:moveTo>
                  <a:pt x="0" y="2300288"/>
                </a:moveTo>
                <a:lnTo>
                  <a:pt x="305591" y="2286462"/>
                </a:lnTo>
                <a:lnTo>
                  <a:pt x="582628" y="2246712"/>
                </a:lnTo>
                <a:lnTo>
                  <a:pt x="833967" y="2183631"/>
                </a:lnTo>
                <a:lnTo>
                  <a:pt x="1062463" y="2099812"/>
                </a:lnTo>
                <a:lnTo>
                  <a:pt x="1270972" y="1997845"/>
                </a:lnTo>
                <a:lnTo>
                  <a:pt x="1462349" y="1880325"/>
                </a:lnTo>
                <a:lnTo>
                  <a:pt x="1639449" y="1749843"/>
                </a:lnTo>
                <a:lnTo>
                  <a:pt x="1805127" y="1608991"/>
                </a:lnTo>
                <a:lnTo>
                  <a:pt x="1962239" y="1460363"/>
                </a:lnTo>
                <a:lnTo>
                  <a:pt x="2113641" y="1306549"/>
                </a:lnTo>
                <a:lnTo>
                  <a:pt x="2262188" y="1150144"/>
                </a:lnTo>
                <a:lnTo>
                  <a:pt x="2410734" y="993738"/>
                </a:lnTo>
                <a:lnTo>
                  <a:pt x="2562136" y="839925"/>
                </a:lnTo>
                <a:lnTo>
                  <a:pt x="2719248" y="691296"/>
                </a:lnTo>
                <a:lnTo>
                  <a:pt x="2884926" y="550444"/>
                </a:lnTo>
                <a:lnTo>
                  <a:pt x="3062026" y="419962"/>
                </a:lnTo>
                <a:lnTo>
                  <a:pt x="3253403" y="302442"/>
                </a:lnTo>
                <a:lnTo>
                  <a:pt x="3461912" y="200476"/>
                </a:lnTo>
                <a:lnTo>
                  <a:pt x="3690408" y="116656"/>
                </a:lnTo>
                <a:lnTo>
                  <a:pt x="3941747" y="53575"/>
                </a:lnTo>
                <a:lnTo>
                  <a:pt x="4218784" y="13826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09076"/>
                </a:lnTo>
                <a:lnTo>
                  <a:pt x="3941747" y="148825"/>
                </a:lnTo>
                <a:lnTo>
                  <a:pt x="3690408" y="211906"/>
                </a:lnTo>
                <a:lnTo>
                  <a:pt x="3461912" y="295726"/>
                </a:lnTo>
                <a:lnTo>
                  <a:pt x="3253403" y="397692"/>
                </a:lnTo>
                <a:lnTo>
                  <a:pt x="3062026" y="515212"/>
                </a:lnTo>
                <a:lnTo>
                  <a:pt x="2884926" y="645694"/>
                </a:lnTo>
                <a:lnTo>
                  <a:pt x="2719248" y="786546"/>
                </a:lnTo>
                <a:lnTo>
                  <a:pt x="2562136" y="935175"/>
                </a:lnTo>
                <a:lnTo>
                  <a:pt x="2410734" y="1088988"/>
                </a:lnTo>
                <a:lnTo>
                  <a:pt x="2262188" y="1245394"/>
                </a:lnTo>
                <a:lnTo>
                  <a:pt x="2113641" y="1401799"/>
                </a:lnTo>
                <a:lnTo>
                  <a:pt x="1962239" y="1555613"/>
                </a:lnTo>
                <a:lnTo>
                  <a:pt x="1805127" y="1704241"/>
                </a:lnTo>
                <a:lnTo>
                  <a:pt x="1639449" y="1845093"/>
                </a:lnTo>
                <a:lnTo>
                  <a:pt x="1462349" y="1975575"/>
                </a:lnTo>
                <a:lnTo>
                  <a:pt x="1270972" y="2093095"/>
                </a:lnTo>
                <a:lnTo>
                  <a:pt x="1062463" y="2195062"/>
                </a:lnTo>
                <a:lnTo>
                  <a:pt x="833967" y="2278881"/>
                </a:lnTo>
                <a:lnTo>
                  <a:pt x="582628" y="2341962"/>
                </a:lnTo>
                <a:lnTo>
                  <a:pt x="305591" y="2381712"/>
                </a:lnTo>
                <a:lnTo>
                  <a:pt x="0" y="2395538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134C5A-9A3C-47F5-95CB-5E2CA2FE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977188"/>
            <a:ext cx="4524375" cy="681038"/>
          </a:xfrm>
          <a:custGeom xmlns:a="http://schemas.openxmlformats.org/drawingml/2006/main">
            <a:pathLst>
              <a:path w="4524375" h="681038">
                <a:moveTo>
                  <a:pt x="0" y="0"/>
                </a:moveTo>
                <a:lnTo>
                  <a:pt x="305591" y="3521"/>
                </a:lnTo>
                <a:lnTo>
                  <a:pt x="582628" y="13643"/>
                </a:lnTo>
                <a:lnTo>
                  <a:pt x="833967" y="29707"/>
                </a:lnTo>
                <a:lnTo>
                  <a:pt x="1062463" y="51053"/>
                </a:lnTo>
                <a:lnTo>
                  <a:pt x="1270972" y="77019"/>
                </a:lnTo>
                <a:lnTo>
                  <a:pt x="1462349" y="106947"/>
                </a:lnTo>
                <a:lnTo>
                  <a:pt x="1639449" y="140175"/>
                </a:lnTo>
                <a:lnTo>
                  <a:pt x="1805127" y="176044"/>
                </a:lnTo>
                <a:lnTo>
                  <a:pt x="1962239" y="213894"/>
                </a:lnTo>
                <a:lnTo>
                  <a:pt x="2113641" y="253064"/>
                </a:lnTo>
                <a:lnTo>
                  <a:pt x="2262188" y="292894"/>
                </a:lnTo>
                <a:lnTo>
                  <a:pt x="2410734" y="332724"/>
                </a:lnTo>
                <a:lnTo>
                  <a:pt x="2562136" y="371894"/>
                </a:lnTo>
                <a:lnTo>
                  <a:pt x="2719248" y="409743"/>
                </a:lnTo>
                <a:lnTo>
                  <a:pt x="2884926" y="445612"/>
                </a:lnTo>
                <a:lnTo>
                  <a:pt x="3062026" y="478841"/>
                </a:lnTo>
                <a:lnTo>
                  <a:pt x="3253403" y="508768"/>
                </a:lnTo>
                <a:lnTo>
                  <a:pt x="3461912" y="534735"/>
                </a:lnTo>
                <a:lnTo>
                  <a:pt x="3690408" y="556080"/>
                </a:lnTo>
                <a:lnTo>
                  <a:pt x="3941747" y="572144"/>
                </a:lnTo>
                <a:lnTo>
                  <a:pt x="4218784" y="582267"/>
                </a:lnTo>
                <a:lnTo>
                  <a:pt x="4524375" y="585788"/>
                </a:lnTo>
                <a:lnTo>
                  <a:pt x="4524375" y="681038"/>
                </a:lnTo>
                <a:lnTo>
                  <a:pt x="4218784" y="677517"/>
                </a:lnTo>
                <a:lnTo>
                  <a:pt x="3941747" y="667394"/>
                </a:lnTo>
                <a:lnTo>
                  <a:pt x="3690408" y="651330"/>
                </a:lnTo>
                <a:lnTo>
                  <a:pt x="3461912" y="629985"/>
                </a:lnTo>
                <a:lnTo>
                  <a:pt x="3253403" y="604018"/>
                </a:lnTo>
                <a:lnTo>
                  <a:pt x="3062026" y="574091"/>
                </a:lnTo>
                <a:lnTo>
                  <a:pt x="2884926" y="540862"/>
                </a:lnTo>
                <a:lnTo>
                  <a:pt x="2719248" y="504993"/>
                </a:lnTo>
                <a:lnTo>
                  <a:pt x="2562136" y="467144"/>
                </a:lnTo>
                <a:lnTo>
                  <a:pt x="2410734" y="427974"/>
                </a:lnTo>
                <a:lnTo>
                  <a:pt x="2262188" y="388144"/>
                </a:lnTo>
                <a:lnTo>
                  <a:pt x="2113641" y="348314"/>
                </a:lnTo>
                <a:lnTo>
                  <a:pt x="1962239" y="309144"/>
                </a:lnTo>
                <a:lnTo>
                  <a:pt x="1805127" y="271294"/>
                </a:lnTo>
                <a:lnTo>
                  <a:pt x="1639449" y="235425"/>
                </a:lnTo>
                <a:lnTo>
                  <a:pt x="1462349" y="202197"/>
                </a:lnTo>
                <a:lnTo>
                  <a:pt x="1270972" y="172269"/>
                </a:lnTo>
                <a:lnTo>
                  <a:pt x="1062463" y="146303"/>
                </a:lnTo>
                <a:lnTo>
                  <a:pt x="833967" y="124957"/>
                </a:lnTo>
                <a:lnTo>
                  <a:pt x="582628" y="108893"/>
                </a:lnTo>
                <a:lnTo>
                  <a:pt x="305591" y="98771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D7191C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F114BDD-A9B5-4C91-9B68-CD51A2C3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29275"/>
            <a:ext cx="4524375" cy="2586038"/>
          </a:xfrm>
          <a:custGeom xmlns:a="http://schemas.openxmlformats.org/drawingml/2006/main">
            <a:pathLst>
              <a:path w="4524375" h="2586038">
                <a:moveTo>
                  <a:pt x="0" y="2490788"/>
                </a:moveTo>
                <a:lnTo>
                  <a:pt x="305591" y="2475817"/>
                </a:lnTo>
                <a:lnTo>
                  <a:pt x="582628" y="2432775"/>
                </a:lnTo>
                <a:lnTo>
                  <a:pt x="833967" y="2364470"/>
                </a:lnTo>
                <a:lnTo>
                  <a:pt x="1062463" y="2273709"/>
                </a:lnTo>
                <a:lnTo>
                  <a:pt x="1270972" y="2163299"/>
                </a:lnTo>
                <a:lnTo>
                  <a:pt x="1462349" y="2036046"/>
                </a:lnTo>
                <a:lnTo>
                  <a:pt x="1639449" y="1894758"/>
                </a:lnTo>
                <a:lnTo>
                  <a:pt x="1805127" y="1742241"/>
                </a:lnTo>
                <a:lnTo>
                  <a:pt x="1962239" y="1581304"/>
                </a:lnTo>
                <a:lnTo>
                  <a:pt x="2113641" y="1414752"/>
                </a:lnTo>
                <a:lnTo>
                  <a:pt x="2262188" y="1245394"/>
                </a:lnTo>
                <a:lnTo>
                  <a:pt x="2410734" y="1076035"/>
                </a:lnTo>
                <a:lnTo>
                  <a:pt x="2562136" y="909484"/>
                </a:lnTo>
                <a:lnTo>
                  <a:pt x="2719248" y="748546"/>
                </a:lnTo>
                <a:lnTo>
                  <a:pt x="2884926" y="596030"/>
                </a:lnTo>
                <a:lnTo>
                  <a:pt x="3062026" y="454742"/>
                </a:lnTo>
                <a:lnTo>
                  <a:pt x="3253403" y="327489"/>
                </a:lnTo>
                <a:lnTo>
                  <a:pt x="3461912" y="217078"/>
                </a:lnTo>
                <a:lnTo>
                  <a:pt x="3690408" y="126317"/>
                </a:lnTo>
                <a:lnTo>
                  <a:pt x="3941747" y="58012"/>
                </a:lnTo>
                <a:lnTo>
                  <a:pt x="4218784" y="14971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10221"/>
                </a:lnTo>
                <a:lnTo>
                  <a:pt x="3941747" y="153262"/>
                </a:lnTo>
                <a:lnTo>
                  <a:pt x="3690408" y="221567"/>
                </a:lnTo>
                <a:lnTo>
                  <a:pt x="3461912" y="312328"/>
                </a:lnTo>
                <a:lnTo>
                  <a:pt x="3253403" y="422739"/>
                </a:lnTo>
                <a:lnTo>
                  <a:pt x="3062026" y="549992"/>
                </a:lnTo>
                <a:lnTo>
                  <a:pt x="2884926" y="691280"/>
                </a:lnTo>
                <a:lnTo>
                  <a:pt x="2719248" y="843796"/>
                </a:lnTo>
                <a:lnTo>
                  <a:pt x="2562136" y="1004734"/>
                </a:lnTo>
                <a:lnTo>
                  <a:pt x="2410734" y="1171285"/>
                </a:lnTo>
                <a:lnTo>
                  <a:pt x="2262188" y="1340644"/>
                </a:lnTo>
                <a:lnTo>
                  <a:pt x="2113641" y="1510002"/>
                </a:lnTo>
                <a:lnTo>
                  <a:pt x="1962239" y="1676554"/>
                </a:lnTo>
                <a:lnTo>
                  <a:pt x="1805127" y="1837491"/>
                </a:lnTo>
                <a:lnTo>
                  <a:pt x="1639449" y="1990008"/>
                </a:lnTo>
                <a:lnTo>
                  <a:pt x="1462349" y="2131296"/>
                </a:lnTo>
                <a:lnTo>
                  <a:pt x="1270972" y="2258549"/>
                </a:lnTo>
                <a:lnTo>
                  <a:pt x="1062463" y="2368959"/>
                </a:lnTo>
                <a:lnTo>
                  <a:pt x="833967" y="2459720"/>
                </a:lnTo>
                <a:lnTo>
                  <a:pt x="582628" y="2528025"/>
                </a:lnTo>
                <a:lnTo>
                  <a:pt x="305591" y="2571067"/>
                </a:lnTo>
                <a:lnTo>
                  <a:pt x="0" y="2586038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516C80B-E108-45F4-928F-C091253D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38675"/>
            <a:ext cx="4524375" cy="3719513"/>
          </a:xfrm>
          <a:custGeom xmlns:a="http://schemas.openxmlformats.org/drawingml/2006/main">
            <a:pathLst>
              <a:path w="4524375" h="3719513">
                <a:moveTo>
                  <a:pt x="0" y="3624263"/>
                </a:moveTo>
                <a:lnTo>
                  <a:pt x="305591" y="3602479"/>
                </a:lnTo>
                <a:lnTo>
                  <a:pt x="582628" y="3539851"/>
                </a:lnTo>
                <a:lnTo>
                  <a:pt x="833967" y="3440463"/>
                </a:lnTo>
                <a:lnTo>
                  <a:pt x="1062463" y="3308399"/>
                </a:lnTo>
                <a:lnTo>
                  <a:pt x="1270972" y="3147744"/>
                </a:lnTo>
                <a:lnTo>
                  <a:pt x="1462349" y="2962583"/>
                </a:lnTo>
                <a:lnTo>
                  <a:pt x="1639449" y="2756999"/>
                </a:lnTo>
                <a:lnTo>
                  <a:pt x="1805127" y="2535078"/>
                </a:lnTo>
                <a:lnTo>
                  <a:pt x="1962239" y="2300903"/>
                </a:lnTo>
                <a:lnTo>
                  <a:pt x="2113641" y="2058559"/>
                </a:lnTo>
                <a:lnTo>
                  <a:pt x="2262188" y="1812131"/>
                </a:lnTo>
                <a:lnTo>
                  <a:pt x="2410734" y="1565703"/>
                </a:lnTo>
                <a:lnTo>
                  <a:pt x="2562136" y="1323360"/>
                </a:lnTo>
                <a:lnTo>
                  <a:pt x="2719248" y="1089185"/>
                </a:lnTo>
                <a:lnTo>
                  <a:pt x="2884926" y="867263"/>
                </a:lnTo>
                <a:lnTo>
                  <a:pt x="3062026" y="661680"/>
                </a:lnTo>
                <a:lnTo>
                  <a:pt x="3253403" y="476518"/>
                </a:lnTo>
                <a:lnTo>
                  <a:pt x="3461912" y="315864"/>
                </a:lnTo>
                <a:lnTo>
                  <a:pt x="3690408" y="183800"/>
                </a:lnTo>
                <a:lnTo>
                  <a:pt x="3941747" y="84412"/>
                </a:lnTo>
                <a:lnTo>
                  <a:pt x="4218784" y="21784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17034"/>
                </a:lnTo>
                <a:lnTo>
                  <a:pt x="3941747" y="179662"/>
                </a:lnTo>
                <a:lnTo>
                  <a:pt x="3690408" y="279050"/>
                </a:lnTo>
                <a:lnTo>
                  <a:pt x="3461912" y="411114"/>
                </a:lnTo>
                <a:lnTo>
                  <a:pt x="3253403" y="571768"/>
                </a:lnTo>
                <a:lnTo>
                  <a:pt x="3062026" y="756930"/>
                </a:lnTo>
                <a:lnTo>
                  <a:pt x="2884926" y="962513"/>
                </a:lnTo>
                <a:lnTo>
                  <a:pt x="2719248" y="1184435"/>
                </a:lnTo>
                <a:lnTo>
                  <a:pt x="2562136" y="1418610"/>
                </a:lnTo>
                <a:lnTo>
                  <a:pt x="2410734" y="1660953"/>
                </a:lnTo>
                <a:lnTo>
                  <a:pt x="2262188" y="1907381"/>
                </a:lnTo>
                <a:lnTo>
                  <a:pt x="2113641" y="2153809"/>
                </a:lnTo>
                <a:lnTo>
                  <a:pt x="1962239" y="2396153"/>
                </a:lnTo>
                <a:lnTo>
                  <a:pt x="1805127" y="2630328"/>
                </a:lnTo>
                <a:lnTo>
                  <a:pt x="1639449" y="2852249"/>
                </a:lnTo>
                <a:lnTo>
                  <a:pt x="1462349" y="3057833"/>
                </a:lnTo>
                <a:lnTo>
                  <a:pt x="1270972" y="3242994"/>
                </a:lnTo>
                <a:lnTo>
                  <a:pt x="1062463" y="3403649"/>
                </a:lnTo>
                <a:lnTo>
                  <a:pt x="833967" y="3535713"/>
                </a:lnTo>
                <a:lnTo>
                  <a:pt x="582628" y="3635101"/>
                </a:lnTo>
                <a:lnTo>
                  <a:pt x="305591" y="3697729"/>
                </a:lnTo>
                <a:lnTo>
                  <a:pt x="0" y="3719513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6AB64B4-EAFB-4BCF-8957-C6A2283D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715125"/>
            <a:ext cx="4524375" cy="1785938"/>
          </a:xfrm>
          <a:custGeom xmlns:a="http://schemas.openxmlformats.org/drawingml/2006/main">
            <a:pathLst>
              <a:path w="4524375" h="1785938">
                <a:moveTo>
                  <a:pt x="0" y="1690688"/>
                </a:moveTo>
                <a:lnTo>
                  <a:pt x="305591" y="1680526"/>
                </a:lnTo>
                <a:lnTo>
                  <a:pt x="582628" y="1651310"/>
                </a:lnTo>
                <a:lnTo>
                  <a:pt x="833967" y="1604946"/>
                </a:lnTo>
                <a:lnTo>
                  <a:pt x="1062463" y="1543340"/>
                </a:lnTo>
                <a:lnTo>
                  <a:pt x="1270972" y="1468396"/>
                </a:lnTo>
                <a:lnTo>
                  <a:pt x="1462349" y="1382020"/>
                </a:lnTo>
                <a:lnTo>
                  <a:pt x="1639449" y="1286117"/>
                </a:lnTo>
                <a:lnTo>
                  <a:pt x="1805127" y="1182592"/>
                </a:lnTo>
                <a:lnTo>
                  <a:pt x="1962239" y="1073352"/>
                </a:lnTo>
                <a:lnTo>
                  <a:pt x="2113641" y="960300"/>
                </a:lnTo>
                <a:lnTo>
                  <a:pt x="2262188" y="845344"/>
                </a:lnTo>
                <a:lnTo>
                  <a:pt x="2410734" y="730387"/>
                </a:lnTo>
                <a:lnTo>
                  <a:pt x="2562136" y="617336"/>
                </a:lnTo>
                <a:lnTo>
                  <a:pt x="2719248" y="508095"/>
                </a:lnTo>
                <a:lnTo>
                  <a:pt x="2884926" y="404571"/>
                </a:lnTo>
                <a:lnTo>
                  <a:pt x="3062026" y="308668"/>
                </a:lnTo>
                <a:lnTo>
                  <a:pt x="3253403" y="222292"/>
                </a:lnTo>
                <a:lnTo>
                  <a:pt x="3461912" y="147348"/>
                </a:lnTo>
                <a:lnTo>
                  <a:pt x="3690408" y="85741"/>
                </a:lnTo>
                <a:lnTo>
                  <a:pt x="3941747" y="39377"/>
                </a:lnTo>
                <a:lnTo>
                  <a:pt x="4218784" y="10162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05412"/>
                </a:lnTo>
                <a:lnTo>
                  <a:pt x="3941747" y="134627"/>
                </a:lnTo>
                <a:lnTo>
                  <a:pt x="3690408" y="180991"/>
                </a:lnTo>
                <a:lnTo>
                  <a:pt x="3461912" y="242598"/>
                </a:lnTo>
                <a:lnTo>
                  <a:pt x="3253403" y="317542"/>
                </a:lnTo>
                <a:lnTo>
                  <a:pt x="3062026" y="403918"/>
                </a:lnTo>
                <a:lnTo>
                  <a:pt x="2884926" y="499821"/>
                </a:lnTo>
                <a:lnTo>
                  <a:pt x="2719248" y="603345"/>
                </a:lnTo>
                <a:lnTo>
                  <a:pt x="2562136" y="712586"/>
                </a:lnTo>
                <a:lnTo>
                  <a:pt x="2410734" y="825637"/>
                </a:lnTo>
                <a:lnTo>
                  <a:pt x="2262188" y="940594"/>
                </a:lnTo>
                <a:lnTo>
                  <a:pt x="2113641" y="1055550"/>
                </a:lnTo>
                <a:lnTo>
                  <a:pt x="1962239" y="1168602"/>
                </a:lnTo>
                <a:lnTo>
                  <a:pt x="1805127" y="1277842"/>
                </a:lnTo>
                <a:lnTo>
                  <a:pt x="1639449" y="1381367"/>
                </a:lnTo>
                <a:lnTo>
                  <a:pt x="1462349" y="1477270"/>
                </a:lnTo>
                <a:lnTo>
                  <a:pt x="1270972" y="1563646"/>
                </a:lnTo>
                <a:lnTo>
                  <a:pt x="1062463" y="1638590"/>
                </a:lnTo>
                <a:lnTo>
                  <a:pt x="833967" y="1700196"/>
                </a:lnTo>
                <a:lnTo>
                  <a:pt x="582628" y="1746560"/>
                </a:lnTo>
                <a:lnTo>
                  <a:pt x="305591" y="1775776"/>
                </a:lnTo>
                <a:lnTo>
                  <a:pt x="0" y="1785938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671FE72-1C8C-416B-B03D-0EE846A4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24525"/>
            <a:ext cx="4524375" cy="2919413"/>
          </a:xfrm>
          <a:custGeom xmlns:a="http://schemas.openxmlformats.org/drawingml/2006/main">
            <a:pathLst>
              <a:path w="4524375" h="2919413">
                <a:moveTo>
                  <a:pt x="0" y="2824163"/>
                </a:moveTo>
                <a:lnTo>
                  <a:pt x="305591" y="2807188"/>
                </a:lnTo>
                <a:lnTo>
                  <a:pt x="582628" y="2758386"/>
                </a:lnTo>
                <a:lnTo>
                  <a:pt x="833967" y="2680939"/>
                </a:lnTo>
                <a:lnTo>
                  <a:pt x="1062463" y="2578030"/>
                </a:lnTo>
                <a:lnTo>
                  <a:pt x="1270972" y="2452841"/>
                </a:lnTo>
                <a:lnTo>
                  <a:pt x="1462349" y="2308557"/>
                </a:lnTo>
                <a:lnTo>
                  <a:pt x="1639449" y="2148358"/>
                </a:lnTo>
                <a:lnTo>
                  <a:pt x="1805127" y="1975428"/>
                </a:lnTo>
                <a:lnTo>
                  <a:pt x="1962239" y="1792951"/>
                </a:lnTo>
                <a:lnTo>
                  <a:pt x="2113641" y="1604107"/>
                </a:lnTo>
                <a:lnTo>
                  <a:pt x="2262188" y="1412081"/>
                </a:lnTo>
                <a:lnTo>
                  <a:pt x="2410734" y="1220055"/>
                </a:lnTo>
                <a:lnTo>
                  <a:pt x="2562136" y="1031212"/>
                </a:lnTo>
                <a:lnTo>
                  <a:pt x="2719248" y="848734"/>
                </a:lnTo>
                <a:lnTo>
                  <a:pt x="2884926" y="675804"/>
                </a:lnTo>
                <a:lnTo>
                  <a:pt x="3062026" y="515606"/>
                </a:lnTo>
                <a:lnTo>
                  <a:pt x="3253403" y="371321"/>
                </a:lnTo>
                <a:lnTo>
                  <a:pt x="3461912" y="246133"/>
                </a:lnTo>
                <a:lnTo>
                  <a:pt x="3690408" y="143224"/>
                </a:lnTo>
                <a:lnTo>
                  <a:pt x="3941747" y="65777"/>
                </a:lnTo>
                <a:lnTo>
                  <a:pt x="4218784" y="16975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12225"/>
                </a:lnTo>
                <a:lnTo>
                  <a:pt x="3941747" y="161027"/>
                </a:lnTo>
                <a:lnTo>
                  <a:pt x="3690408" y="238474"/>
                </a:lnTo>
                <a:lnTo>
                  <a:pt x="3461912" y="341383"/>
                </a:lnTo>
                <a:lnTo>
                  <a:pt x="3253403" y="466571"/>
                </a:lnTo>
                <a:lnTo>
                  <a:pt x="3062026" y="610856"/>
                </a:lnTo>
                <a:lnTo>
                  <a:pt x="2884926" y="771054"/>
                </a:lnTo>
                <a:lnTo>
                  <a:pt x="2719248" y="943984"/>
                </a:lnTo>
                <a:lnTo>
                  <a:pt x="2562136" y="1126462"/>
                </a:lnTo>
                <a:lnTo>
                  <a:pt x="2410734" y="1315305"/>
                </a:lnTo>
                <a:lnTo>
                  <a:pt x="2262188" y="1507331"/>
                </a:lnTo>
                <a:lnTo>
                  <a:pt x="2113641" y="1699357"/>
                </a:lnTo>
                <a:lnTo>
                  <a:pt x="1962239" y="1888201"/>
                </a:lnTo>
                <a:lnTo>
                  <a:pt x="1805127" y="2070678"/>
                </a:lnTo>
                <a:lnTo>
                  <a:pt x="1639449" y="2243608"/>
                </a:lnTo>
                <a:lnTo>
                  <a:pt x="1462349" y="2403807"/>
                </a:lnTo>
                <a:lnTo>
                  <a:pt x="1270972" y="2548091"/>
                </a:lnTo>
                <a:lnTo>
                  <a:pt x="1062463" y="2673280"/>
                </a:lnTo>
                <a:lnTo>
                  <a:pt x="833967" y="2776189"/>
                </a:lnTo>
                <a:lnTo>
                  <a:pt x="582628" y="2853636"/>
                </a:lnTo>
                <a:lnTo>
                  <a:pt x="305591" y="2902438"/>
                </a:lnTo>
                <a:lnTo>
                  <a:pt x="0" y="2919413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E0BE8E-CF18-491E-B587-0755B575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810375"/>
            <a:ext cx="4524375" cy="1976438"/>
          </a:xfrm>
          <a:custGeom xmlns:a="http://schemas.openxmlformats.org/drawingml/2006/main">
            <a:pathLst>
              <a:path w="4524375" h="1976438">
                <a:moveTo>
                  <a:pt x="0" y="1881188"/>
                </a:moveTo>
                <a:lnTo>
                  <a:pt x="305591" y="1869881"/>
                </a:lnTo>
                <a:lnTo>
                  <a:pt x="582628" y="1837373"/>
                </a:lnTo>
                <a:lnTo>
                  <a:pt x="833967" y="1785785"/>
                </a:lnTo>
                <a:lnTo>
                  <a:pt x="1062463" y="1717237"/>
                </a:lnTo>
                <a:lnTo>
                  <a:pt x="1270972" y="1633849"/>
                </a:lnTo>
                <a:lnTo>
                  <a:pt x="1462349" y="1537740"/>
                </a:lnTo>
                <a:lnTo>
                  <a:pt x="1639449" y="1431031"/>
                </a:lnTo>
                <a:lnTo>
                  <a:pt x="1805127" y="1315842"/>
                </a:lnTo>
                <a:lnTo>
                  <a:pt x="1962239" y="1194293"/>
                </a:lnTo>
                <a:lnTo>
                  <a:pt x="2113641" y="1068503"/>
                </a:lnTo>
                <a:lnTo>
                  <a:pt x="2262188" y="940594"/>
                </a:lnTo>
                <a:lnTo>
                  <a:pt x="2410734" y="812684"/>
                </a:lnTo>
                <a:lnTo>
                  <a:pt x="2562136" y="686895"/>
                </a:lnTo>
                <a:lnTo>
                  <a:pt x="2719248" y="565346"/>
                </a:lnTo>
                <a:lnTo>
                  <a:pt x="2884926" y="450156"/>
                </a:lnTo>
                <a:lnTo>
                  <a:pt x="3062026" y="343447"/>
                </a:lnTo>
                <a:lnTo>
                  <a:pt x="3253403" y="247339"/>
                </a:lnTo>
                <a:lnTo>
                  <a:pt x="3461912" y="163950"/>
                </a:lnTo>
                <a:lnTo>
                  <a:pt x="3690408" y="95402"/>
                </a:lnTo>
                <a:lnTo>
                  <a:pt x="3941747" y="43814"/>
                </a:lnTo>
                <a:lnTo>
                  <a:pt x="4218784" y="11307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06557"/>
                </a:lnTo>
                <a:lnTo>
                  <a:pt x="3941747" y="139064"/>
                </a:lnTo>
                <a:lnTo>
                  <a:pt x="3690408" y="190652"/>
                </a:lnTo>
                <a:lnTo>
                  <a:pt x="3461912" y="259200"/>
                </a:lnTo>
                <a:lnTo>
                  <a:pt x="3253403" y="342589"/>
                </a:lnTo>
                <a:lnTo>
                  <a:pt x="3062026" y="438697"/>
                </a:lnTo>
                <a:lnTo>
                  <a:pt x="2884926" y="545406"/>
                </a:lnTo>
                <a:lnTo>
                  <a:pt x="2719248" y="660596"/>
                </a:lnTo>
                <a:lnTo>
                  <a:pt x="2562136" y="782145"/>
                </a:lnTo>
                <a:lnTo>
                  <a:pt x="2410734" y="907934"/>
                </a:lnTo>
                <a:lnTo>
                  <a:pt x="2262188" y="1035844"/>
                </a:lnTo>
                <a:lnTo>
                  <a:pt x="2113641" y="1163753"/>
                </a:lnTo>
                <a:lnTo>
                  <a:pt x="1962239" y="1289543"/>
                </a:lnTo>
                <a:lnTo>
                  <a:pt x="1805127" y="1411092"/>
                </a:lnTo>
                <a:lnTo>
                  <a:pt x="1639449" y="1526281"/>
                </a:lnTo>
                <a:lnTo>
                  <a:pt x="1462349" y="1632990"/>
                </a:lnTo>
                <a:lnTo>
                  <a:pt x="1270972" y="1729099"/>
                </a:lnTo>
                <a:lnTo>
                  <a:pt x="1062463" y="1812487"/>
                </a:lnTo>
                <a:lnTo>
                  <a:pt x="833967" y="1881035"/>
                </a:lnTo>
                <a:lnTo>
                  <a:pt x="582628" y="1932623"/>
                </a:lnTo>
                <a:lnTo>
                  <a:pt x="305591" y="1965131"/>
                </a:lnTo>
                <a:lnTo>
                  <a:pt x="0" y="1976438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1E8BE55-1DBE-4A88-9D02-3C53D762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819775"/>
            <a:ext cx="4524375" cy="3109913"/>
          </a:xfrm>
          <a:custGeom xmlns:a="http://schemas.openxmlformats.org/drawingml/2006/main">
            <a:pathLst>
              <a:path w="4524375" h="3109913">
                <a:moveTo>
                  <a:pt x="0" y="3014663"/>
                </a:moveTo>
                <a:lnTo>
                  <a:pt x="305591" y="2996543"/>
                </a:lnTo>
                <a:lnTo>
                  <a:pt x="582628" y="2944449"/>
                </a:lnTo>
                <a:lnTo>
                  <a:pt x="833967" y="2861778"/>
                </a:lnTo>
                <a:lnTo>
                  <a:pt x="1062463" y="2751927"/>
                </a:lnTo>
                <a:lnTo>
                  <a:pt x="1270972" y="2618294"/>
                </a:lnTo>
                <a:lnTo>
                  <a:pt x="1462349" y="2464277"/>
                </a:lnTo>
                <a:lnTo>
                  <a:pt x="1639449" y="2293273"/>
                </a:lnTo>
                <a:lnTo>
                  <a:pt x="1805127" y="2108678"/>
                </a:lnTo>
                <a:lnTo>
                  <a:pt x="1962239" y="1913892"/>
                </a:lnTo>
                <a:lnTo>
                  <a:pt x="2113641" y="1712310"/>
                </a:lnTo>
                <a:lnTo>
                  <a:pt x="2262188" y="1507331"/>
                </a:lnTo>
                <a:lnTo>
                  <a:pt x="2410734" y="1302352"/>
                </a:lnTo>
                <a:lnTo>
                  <a:pt x="2562136" y="1100771"/>
                </a:lnTo>
                <a:lnTo>
                  <a:pt x="2719248" y="905984"/>
                </a:lnTo>
                <a:lnTo>
                  <a:pt x="2884926" y="721390"/>
                </a:lnTo>
                <a:lnTo>
                  <a:pt x="3062026" y="550385"/>
                </a:lnTo>
                <a:lnTo>
                  <a:pt x="3253403" y="396368"/>
                </a:lnTo>
                <a:lnTo>
                  <a:pt x="3461912" y="262735"/>
                </a:lnTo>
                <a:lnTo>
                  <a:pt x="3690408" y="152885"/>
                </a:lnTo>
                <a:lnTo>
                  <a:pt x="3941747" y="70214"/>
                </a:lnTo>
                <a:lnTo>
                  <a:pt x="4218784" y="18120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13370"/>
                </a:lnTo>
                <a:lnTo>
                  <a:pt x="3941747" y="165464"/>
                </a:lnTo>
                <a:lnTo>
                  <a:pt x="3690408" y="248135"/>
                </a:lnTo>
                <a:lnTo>
                  <a:pt x="3461912" y="357985"/>
                </a:lnTo>
                <a:lnTo>
                  <a:pt x="3253403" y="491618"/>
                </a:lnTo>
                <a:lnTo>
                  <a:pt x="3062026" y="645635"/>
                </a:lnTo>
                <a:lnTo>
                  <a:pt x="2884926" y="816640"/>
                </a:lnTo>
                <a:lnTo>
                  <a:pt x="2719248" y="1001234"/>
                </a:lnTo>
                <a:lnTo>
                  <a:pt x="2562136" y="1196021"/>
                </a:lnTo>
                <a:lnTo>
                  <a:pt x="2410734" y="1397602"/>
                </a:lnTo>
                <a:lnTo>
                  <a:pt x="2262188" y="1602581"/>
                </a:lnTo>
                <a:lnTo>
                  <a:pt x="2113641" y="1807560"/>
                </a:lnTo>
                <a:lnTo>
                  <a:pt x="1962239" y="2009142"/>
                </a:lnTo>
                <a:lnTo>
                  <a:pt x="1805127" y="2203928"/>
                </a:lnTo>
                <a:lnTo>
                  <a:pt x="1639449" y="2388523"/>
                </a:lnTo>
                <a:lnTo>
                  <a:pt x="1462349" y="2559527"/>
                </a:lnTo>
                <a:lnTo>
                  <a:pt x="1270972" y="2713544"/>
                </a:lnTo>
                <a:lnTo>
                  <a:pt x="1062463" y="2847177"/>
                </a:lnTo>
                <a:lnTo>
                  <a:pt x="833967" y="2957028"/>
                </a:lnTo>
                <a:lnTo>
                  <a:pt x="582628" y="3039699"/>
                </a:lnTo>
                <a:lnTo>
                  <a:pt x="305591" y="3091793"/>
                </a:lnTo>
                <a:lnTo>
                  <a:pt x="0" y="3109913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20547F8-2913-48E3-A05B-4FBAC599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05625"/>
            <a:ext cx="4524375" cy="2166938"/>
          </a:xfrm>
          <a:custGeom xmlns:a="http://schemas.openxmlformats.org/drawingml/2006/main">
            <a:pathLst>
              <a:path w="4524375" h="2166938">
                <a:moveTo>
                  <a:pt x="0" y="2071688"/>
                </a:moveTo>
                <a:lnTo>
                  <a:pt x="305591" y="2059236"/>
                </a:lnTo>
                <a:lnTo>
                  <a:pt x="582628" y="2023436"/>
                </a:lnTo>
                <a:lnTo>
                  <a:pt x="833967" y="1966624"/>
                </a:lnTo>
                <a:lnTo>
                  <a:pt x="1062463" y="1891135"/>
                </a:lnTo>
                <a:lnTo>
                  <a:pt x="1270972" y="1799302"/>
                </a:lnTo>
                <a:lnTo>
                  <a:pt x="1462349" y="1693461"/>
                </a:lnTo>
                <a:lnTo>
                  <a:pt x="1639449" y="1575946"/>
                </a:lnTo>
                <a:lnTo>
                  <a:pt x="1805127" y="1449092"/>
                </a:lnTo>
                <a:lnTo>
                  <a:pt x="1962239" y="1315234"/>
                </a:lnTo>
                <a:lnTo>
                  <a:pt x="2113641" y="1176706"/>
                </a:lnTo>
                <a:lnTo>
                  <a:pt x="2262188" y="1035844"/>
                </a:lnTo>
                <a:lnTo>
                  <a:pt x="2410734" y="894981"/>
                </a:lnTo>
                <a:lnTo>
                  <a:pt x="2562136" y="756454"/>
                </a:lnTo>
                <a:lnTo>
                  <a:pt x="2719248" y="622596"/>
                </a:lnTo>
                <a:lnTo>
                  <a:pt x="2884926" y="495742"/>
                </a:lnTo>
                <a:lnTo>
                  <a:pt x="3062026" y="378227"/>
                </a:lnTo>
                <a:lnTo>
                  <a:pt x="3253403" y="272386"/>
                </a:lnTo>
                <a:lnTo>
                  <a:pt x="3461912" y="180553"/>
                </a:lnTo>
                <a:lnTo>
                  <a:pt x="3690408" y="105063"/>
                </a:lnTo>
                <a:lnTo>
                  <a:pt x="3941747" y="48251"/>
                </a:lnTo>
                <a:lnTo>
                  <a:pt x="4218784" y="12452"/>
                </a:lnTo>
                <a:lnTo>
                  <a:pt x="4524375" y="0"/>
                </a:lnTo>
                <a:lnTo>
                  <a:pt x="4524375" y="95250"/>
                </a:lnTo>
                <a:lnTo>
                  <a:pt x="4218784" y="107702"/>
                </a:lnTo>
                <a:lnTo>
                  <a:pt x="3941747" y="143501"/>
                </a:lnTo>
                <a:lnTo>
                  <a:pt x="3690408" y="200313"/>
                </a:lnTo>
                <a:lnTo>
                  <a:pt x="3461912" y="275803"/>
                </a:lnTo>
                <a:lnTo>
                  <a:pt x="3253403" y="367636"/>
                </a:lnTo>
                <a:lnTo>
                  <a:pt x="3062026" y="473477"/>
                </a:lnTo>
                <a:lnTo>
                  <a:pt x="2884926" y="590992"/>
                </a:lnTo>
                <a:lnTo>
                  <a:pt x="2719248" y="717846"/>
                </a:lnTo>
                <a:lnTo>
                  <a:pt x="2562136" y="851704"/>
                </a:lnTo>
                <a:lnTo>
                  <a:pt x="2410734" y="990231"/>
                </a:lnTo>
                <a:lnTo>
                  <a:pt x="2262188" y="1131094"/>
                </a:lnTo>
                <a:lnTo>
                  <a:pt x="2113641" y="1271956"/>
                </a:lnTo>
                <a:lnTo>
                  <a:pt x="1962239" y="1410484"/>
                </a:lnTo>
                <a:lnTo>
                  <a:pt x="1805127" y="1544342"/>
                </a:lnTo>
                <a:lnTo>
                  <a:pt x="1639449" y="1671196"/>
                </a:lnTo>
                <a:lnTo>
                  <a:pt x="1462349" y="1788711"/>
                </a:lnTo>
                <a:lnTo>
                  <a:pt x="1270972" y="1894552"/>
                </a:lnTo>
                <a:lnTo>
                  <a:pt x="1062463" y="1986385"/>
                </a:lnTo>
                <a:lnTo>
                  <a:pt x="833967" y="2061874"/>
                </a:lnTo>
                <a:lnTo>
                  <a:pt x="582628" y="2118686"/>
                </a:lnTo>
                <a:lnTo>
                  <a:pt x="305591" y="2154486"/>
                </a:lnTo>
                <a:lnTo>
                  <a:pt x="0" y="2166938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ADA09C5-E46F-4C41-B750-21A0E5FE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809750"/>
            <a:ext cx="4791075" cy="885825"/>
          </a:xfrm>
          <a:custGeom xmlns:a="http://schemas.openxmlformats.org/drawingml/2006/main">
            <a:pathLst>
              <a:path w="4791075" h="885825">
                <a:moveTo>
                  <a:pt x="0" y="123825"/>
                </a:moveTo>
                <a:lnTo>
                  <a:pt x="323605" y="123081"/>
                </a:lnTo>
                <a:lnTo>
                  <a:pt x="616972" y="120941"/>
                </a:lnTo>
                <a:lnTo>
                  <a:pt x="883127" y="117545"/>
                </a:lnTo>
                <a:lnTo>
                  <a:pt x="1125093" y="113033"/>
                </a:lnTo>
                <a:lnTo>
                  <a:pt x="1345893" y="107544"/>
                </a:lnTo>
                <a:lnTo>
                  <a:pt x="1548550" y="101218"/>
                </a:lnTo>
                <a:lnTo>
                  <a:pt x="1736090" y="94194"/>
                </a:lnTo>
                <a:lnTo>
                  <a:pt x="1911535" y="86612"/>
                </a:lnTo>
                <a:lnTo>
                  <a:pt x="2077908" y="78612"/>
                </a:lnTo>
                <a:lnTo>
                  <a:pt x="2238235" y="70332"/>
                </a:lnTo>
                <a:lnTo>
                  <a:pt x="2395538" y="61913"/>
                </a:lnTo>
                <a:lnTo>
                  <a:pt x="2552840" y="53493"/>
                </a:lnTo>
                <a:lnTo>
                  <a:pt x="2713167" y="45213"/>
                </a:lnTo>
                <a:lnTo>
                  <a:pt x="2879540" y="37213"/>
                </a:lnTo>
                <a:lnTo>
                  <a:pt x="3054985" y="29631"/>
                </a:lnTo>
                <a:lnTo>
                  <a:pt x="3242525" y="22607"/>
                </a:lnTo>
                <a:lnTo>
                  <a:pt x="3445182" y="16281"/>
                </a:lnTo>
                <a:lnTo>
                  <a:pt x="3665982" y="10792"/>
                </a:lnTo>
                <a:lnTo>
                  <a:pt x="3907948" y="6280"/>
                </a:lnTo>
                <a:lnTo>
                  <a:pt x="4174103" y="2884"/>
                </a:lnTo>
                <a:lnTo>
                  <a:pt x="4467470" y="744"/>
                </a:lnTo>
                <a:lnTo>
                  <a:pt x="4791075" y="0"/>
                </a:lnTo>
                <a:lnTo>
                  <a:pt x="4791075" y="762000"/>
                </a:lnTo>
                <a:lnTo>
                  <a:pt x="4467470" y="762744"/>
                </a:lnTo>
                <a:lnTo>
                  <a:pt x="4174103" y="764884"/>
                </a:lnTo>
                <a:lnTo>
                  <a:pt x="3907948" y="768280"/>
                </a:lnTo>
                <a:lnTo>
                  <a:pt x="3665982" y="772792"/>
                </a:lnTo>
                <a:lnTo>
                  <a:pt x="3445182" y="778281"/>
                </a:lnTo>
                <a:lnTo>
                  <a:pt x="3242525" y="784607"/>
                </a:lnTo>
                <a:lnTo>
                  <a:pt x="3054985" y="791631"/>
                </a:lnTo>
                <a:lnTo>
                  <a:pt x="2879540" y="799213"/>
                </a:lnTo>
                <a:lnTo>
                  <a:pt x="2713167" y="807213"/>
                </a:lnTo>
                <a:lnTo>
                  <a:pt x="2552840" y="815493"/>
                </a:lnTo>
                <a:lnTo>
                  <a:pt x="2395538" y="823913"/>
                </a:lnTo>
                <a:lnTo>
                  <a:pt x="2238235" y="832332"/>
                </a:lnTo>
                <a:lnTo>
                  <a:pt x="2077908" y="840612"/>
                </a:lnTo>
                <a:lnTo>
                  <a:pt x="1911535" y="848612"/>
                </a:lnTo>
                <a:lnTo>
                  <a:pt x="1736090" y="856194"/>
                </a:lnTo>
                <a:lnTo>
                  <a:pt x="1548550" y="863218"/>
                </a:lnTo>
                <a:lnTo>
                  <a:pt x="1345893" y="869544"/>
                </a:lnTo>
                <a:lnTo>
                  <a:pt x="1125093" y="875033"/>
                </a:lnTo>
                <a:lnTo>
                  <a:pt x="883127" y="879545"/>
                </a:lnTo>
                <a:lnTo>
                  <a:pt x="616972" y="882941"/>
                </a:lnTo>
                <a:lnTo>
                  <a:pt x="323605" y="88508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0B6B3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FAD6098-D6BF-4FEB-8DB7-B821E01F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95575"/>
            <a:ext cx="4791075" cy="1819275"/>
          </a:xfrm>
          <a:custGeom xmlns:a="http://schemas.openxmlformats.org/drawingml/2006/main">
            <a:pathLst>
              <a:path w="4791075" h="1819275">
                <a:moveTo>
                  <a:pt x="0" y="0"/>
                </a:moveTo>
                <a:lnTo>
                  <a:pt x="323605" y="10362"/>
                </a:lnTo>
                <a:lnTo>
                  <a:pt x="616972" y="40154"/>
                </a:lnTo>
                <a:lnTo>
                  <a:pt x="883127" y="87432"/>
                </a:lnTo>
                <a:lnTo>
                  <a:pt x="1125093" y="150253"/>
                </a:lnTo>
                <a:lnTo>
                  <a:pt x="1345893" y="226675"/>
                </a:lnTo>
                <a:lnTo>
                  <a:pt x="1548550" y="314754"/>
                </a:lnTo>
                <a:lnTo>
                  <a:pt x="1736090" y="412548"/>
                </a:lnTo>
                <a:lnTo>
                  <a:pt x="1911535" y="518114"/>
                </a:lnTo>
                <a:lnTo>
                  <a:pt x="2077908" y="629509"/>
                </a:lnTo>
                <a:lnTo>
                  <a:pt x="2238235" y="744789"/>
                </a:lnTo>
                <a:lnTo>
                  <a:pt x="2395538" y="862013"/>
                </a:lnTo>
                <a:lnTo>
                  <a:pt x="2552840" y="979236"/>
                </a:lnTo>
                <a:lnTo>
                  <a:pt x="2713167" y="1094516"/>
                </a:lnTo>
                <a:lnTo>
                  <a:pt x="2879540" y="1205911"/>
                </a:lnTo>
                <a:lnTo>
                  <a:pt x="3054985" y="1311477"/>
                </a:lnTo>
                <a:lnTo>
                  <a:pt x="3242525" y="1409271"/>
                </a:lnTo>
                <a:lnTo>
                  <a:pt x="3445182" y="1497350"/>
                </a:lnTo>
                <a:lnTo>
                  <a:pt x="3665982" y="1573772"/>
                </a:lnTo>
                <a:lnTo>
                  <a:pt x="3907948" y="1636593"/>
                </a:lnTo>
                <a:lnTo>
                  <a:pt x="4174103" y="1683871"/>
                </a:lnTo>
                <a:lnTo>
                  <a:pt x="4467470" y="1713663"/>
                </a:lnTo>
                <a:lnTo>
                  <a:pt x="4791075" y="1724025"/>
                </a:lnTo>
                <a:lnTo>
                  <a:pt x="4791075" y="1819275"/>
                </a:lnTo>
                <a:lnTo>
                  <a:pt x="4467470" y="1808913"/>
                </a:lnTo>
                <a:lnTo>
                  <a:pt x="4174103" y="1779121"/>
                </a:lnTo>
                <a:lnTo>
                  <a:pt x="3907948" y="1731843"/>
                </a:lnTo>
                <a:lnTo>
                  <a:pt x="3665982" y="1669022"/>
                </a:lnTo>
                <a:lnTo>
                  <a:pt x="3445182" y="1592600"/>
                </a:lnTo>
                <a:lnTo>
                  <a:pt x="3242525" y="1504521"/>
                </a:lnTo>
                <a:lnTo>
                  <a:pt x="3054985" y="1406727"/>
                </a:lnTo>
                <a:lnTo>
                  <a:pt x="2879540" y="1301161"/>
                </a:lnTo>
                <a:lnTo>
                  <a:pt x="2713167" y="1189766"/>
                </a:lnTo>
                <a:lnTo>
                  <a:pt x="2552840" y="1074486"/>
                </a:lnTo>
                <a:lnTo>
                  <a:pt x="2395538" y="957263"/>
                </a:lnTo>
                <a:lnTo>
                  <a:pt x="2238235" y="840039"/>
                </a:lnTo>
                <a:lnTo>
                  <a:pt x="2077908" y="724759"/>
                </a:lnTo>
                <a:lnTo>
                  <a:pt x="1911535" y="613364"/>
                </a:lnTo>
                <a:lnTo>
                  <a:pt x="1736090" y="507798"/>
                </a:lnTo>
                <a:lnTo>
                  <a:pt x="1548550" y="410004"/>
                </a:lnTo>
                <a:lnTo>
                  <a:pt x="1345893" y="321925"/>
                </a:lnTo>
                <a:lnTo>
                  <a:pt x="1125093" y="245503"/>
                </a:lnTo>
                <a:lnTo>
                  <a:pt x="883127" y="182682"/>
                </a:lnTo>
                <a:lnTo>
                  <a:pt x="616972" y="135404"/>
                </a:lnTo>
                <a:lnTo>
                  <a:pt x="323605" y="105612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B6B3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DE0525D-1B3D-4550-A4DC-693A4733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90825"/>
            <a:ext cx="4791075" cy="2333625"/>
          </a:xfrm>
          <a:custGeom xmlns:a="http://schemas.openxmlformats.org/drawingml/2006/main">
            <a:pathLst>
              <a:path w="4791075" h="2333625">
                <a:moveTo>
                  <a:pt x="0" y="0"/>
                </a:moveTo>
                <a:lnTo>
                  <a:pt x="323605" y="13454"/>
                </a:lnTo>
                <a:lnTo>
                  <a:pt x="616972" y="52133"/>
                </a:lnTo>
                <a:lnTo>
                  <a:pt x="883127" y="113516"/>
                </a:lnTo>
                <a:lnTo>
                  <a:pt x="1125093" y="195080"/>
                </a:lnTo>
                <a:lnTo>
                  <a:pt x="1345893" y="294302"/>
                </a:lnTo>
                <a:lnTo>
                  <a:pt x="1548550" y="408659"/>
                </a:lnTo>
                <a:lnTo>
                  <a:pt x="1736090" y="535629"/>
                </a:lnTo>
                <a:lnTo>
                  <a:pt x="1911535" y="672690"/>
                </a:lnTo>
                <a:lnTo>
                  <a:pt x="2077908" y="817318"/>
                </a:lnTo>
                <a:lnTo>
                  <a:pt x="2238235" y="966991"/>
                </a:lnTo>
                <a:lnTo>
                  <a:pt x="2395538" y="1119188"/>
                </a:lnTo>
                <a:lnTo>
                  <a:pt x="2552840" y="1271384"/>
                </a:lnTo>
                <a:lnTo>
                  <a:pt x="2713167" y="1421057"/>
                </a:lnTo>
                <a:lnTo>
                  <a:pt x="2879540" y="1565685"/>
                </a:lnTo>
                <a:lnTo>
                  <a:pt x="3054985" y="1702746"/>
                </a:lnTo>
                <a:lnTo>
                  <a:pt x="3242525" y="1829716"/>
                </a:lnTo>
                <a:lnTo>
                  <a:pt x="3445182" y="1944073"/>
                </a:lnTo>
                <a:lnTo>
                  <a:pt x="3665982" y="2043295"/>
                </a:lnTo>
                <a:lnTo>
                  <a:pt x="3907948" y="2124859"/>
                </a:lnTo>
                <a:lnTo>
                  <a:pt x="4174103" y="2186242"/>
                </a:lnTo>
                <a:lnTo>
                  <a:pt x="4467470" y="2224921"/>
                </a:lnTo>
                <a:lnTo>
                  <a:pt x="4791075" y="2238375"/>
                </a:lnTo>
                <a:lnTo>
                  <a:pt x="4791075" y="2333625"/>
                </a:lnTo>
                <a:lnTo>
                  <a:pt x="4467470" y="2320171"/>
                </a:lnTo>
                <a:lnTo>
                  <a:pt x="4174103" y="2281492"/>
                </a:lnTo>
                <a:lnTo>
                  <a:pt x="3907948" y="2220109"/>
                </a:lnTo>
                <a:lnTo>
                  <a:pt x="3665982" y="2138545"/>
                </a:lnTo>
                <a:lnTo>
                  <a:pt x="3445182" y="2039323"/>
                </a:lnTo>
                <a:lnTo>
                  <a:pt x="3242525" y="1924966"/>
                </a:lnTo>
                <a:lnTo>
                  <a:pt x="3054985" y="1797996"/>
                </a:lnTo>
                <a:lnTo>
                  <a:pt x="2879540" y="1660935"/>
                </a:lnTo>
                <a:lnTo>
                  <a:pt x="2713167" y="1516307"/>
                </a:lnTo>
                <a:lnTo>
                  <a:pt x="2552840" y="1366634"/>
                </a:lnTo>
                <a:lnTo>
                  <a:pt x="2395538" y="1214438"/>
                </a:lnTo>
                <a:lnTo>
                  <a:pt x="2238235" y="1062241"/>
                </a:lnTo>
                <a:lnTo>
                  <a:pt x="2077908" y="912568"/>
                </a:lnTo>
                <a:lnTo>
                  <a:pt x="1911535" y="767940"/>
                </a:lnTo>
                <a:lnTo>
                  <a:pt x="1736090" y="630879"/>
                </a:lnTo>
                <a:lnTo>
                  <a:pt x="1548550" y="503909"/>
                </a:lnTo>
                <a:lnTo>
                  <a:pt x="1345893" y="389552"/>
                </a:lnTo>
                <a:lnTo>
                  <a:pt x="1125093" y="290330"/>
                </a:lnTo>
                <a:lnTo>
                  <a:pt x="883127" y="208766"/>
                </a:lnTo>
                <a:lnTo>
                  <a:pt x="616972" y="147383"/>
                </a:lnTo>
                <a:lnTo>
                  <a:pt x="323605" y="108704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B6B3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BE016F8-3C1A-435F-8EA2-C275CDC7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71750"/>
            <a:ext cx="4791075" cy="1876425"/>
          </a:xfrm>
          <a:custGeom xmlns:a="http://schemas.openxmlformats.org/drawingml/2006/main">
            <a:pathLst>
              <a:path w="4791075" h="1876425">
                <a:moveTo>
                  <a:pt x="0" y="447675"/>
                </a:moveTo>
                <a:lnTo>
                  <a:pt x="323605" y="444984"/>
                </a:lnTo>
                <a:lnTo>
                  <a:pt x="616972" y="437248"/>
                </a:lnTo>
                <a:lnTo>
                  <a:pt x="883127" y="424972"/>
                </a:lnTo>
                <a:lnTo>
                  <a:pt x="1125093" y="408659"/>
                </a:lnTo>
                <a:lnTo>
                  <a:pt x="1345893" y="388815"/>
                </a:lnTo>
                <a:lnTo>
                  <a:pt x="1548550" y="365943"/>
                </a:lnTo>
                <a:lnTo>
                  <a:pt x="1736090" y="340549"/>
                </a:lnTo>
                <a:lnTo>
                  <a:pt x="1911535" y="313137"/>
                </a:lnTo>
                <a:lnTo>
                  <a:pt x="2077908" y="284211"/>
                </a:lnTo>
                <a:lnTo>
                  <a:pt x="2238235" y="254277"/>
                </a:lnTo>
                <a:lnTo>
                  <a:pt x="2395538" y="223838"/>
                </a:lnTo>
                <a:lnTo>
                  <a:pt x="2552840" y="193398"/>
                </a:lnTo>
                <a:lnTo>
                  <a:pt x="2713167" y="163464"/>
                </a:lnTo>
                <a:lnTo>
                  <a:pt x="2879540" y="134538"/>
                </a:lnTo>
                <a:lnTo>
                  <a:pt x="3054985" y="107126"/>
                </a:lnTo>
                <a:lnTo>
                  <a:pt x="3242525" y="81732"/>
                </a:lnTo>
                <a:lnTo>
                  <a:pt x="3445182" y="58860"/>
                </a:lnTo>
                <a:lnTo>
                  <a:pt x="3665982" y="39016"/>
                </a:lnTo>
                <a:lnTo>
                  <a:pt x="3907948" y="22703"/>
                </a:lnTo>
                <a:lnTo>
                  <a:pt x="4174103" y="10427"/>
                </a:lnTo>
                <a:lnTo>
                  <a:pt x="4467470" y="2691"/>
                </a:lnTo>
                <a:lnTo>
                  <a:pt x="4791075" y="0"/>
                </a:lnTo>
                <a:lnTo>
                  <a:pt x="4791075" y="1428750"/>
                </a:lnTo>
                <a:lnTo>
                  <a:pt x="4467470" y="1431441"/>
                </a:lnTo>
                <a:lnTo>
                  <a:pt x="4174103" y="1439177"/>
                </a:lnTo>
                <a:lnTo>
                  <a:pt x="3907948" y="1451453"/>
                </a:lnTo>
                <a:lnTo>
                  <a:pt x="3665982" y="1467766"/>
                </a:lnTo>
                <a:lnTo>
                  <a:pt x="3445182" y="1487610"/>
                </a:lnTo>
                <a:lnTo>
                  <a:pt x="3242525" y="1510482"/>
                </a:lnTo>
                <a:lnTo>
                  <a:pt x="3054985" y="1535876"/>
                </a:lnTo>
                <a:lnTo>
                  <a:pt x="2879540" y="1563288"/>
                </a:lnTo>
                <a:lnTo>
                  <a:pt x="2713167" y="1592214"/>
                </a:lnTo>
                <a:lnTo>
                  <a:pt x="2552840" y="1622148"/>
                </a:lnTo>
                <a:lnTo>
                  <a:pt x="2395538" y="1652588"/>
                </a:lnTo>
                <a:lnTo>
                  <a:pt x="2238235" y="1683027"/>
                </a:lnTo>
                <a:lnTo>
                  <a:pt x="2077908" y="1712961"/>
                </a:lnTo>
                <a:lnTo>
                  <a:pt x="1911535" y="1741887"/>
                </a:lnTo>
                <a:lnTo>
                  <a:pt x="1736090" y="1769299"/>
                </a:lnTo>
                <a:lnTo>
                  <a:pt x="1548550" y="1794693"/>
                </a:lnTo>
                <a:lnTo>
                  <a:pt x="1345893" y="1817565"/>
                </a:lnTo>
                <a:lnTo>
                  <a:pt x="1125093" y="1837409"/>
                </a:lnTo>
                <a:lnTo>
                  <a:pt x="883127" y="1853722"/>
                </a:lnTo>
                <a:lnTo>
                  <a:pt x="616972" y="1865998"/>
                </a:lnTo>
                <a:lnTo>
                  <a:pt x="323605" y="1873734"/>
                </a:lnTo>
                <a:lnTo>
                  <a:pt x="0" y="1876425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39E43B7-7662-4645-B21A-DAA3D97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48175"/>
            <a:ext cx="4791075" cy="352425"/>
          </a:xfrm>
          <a:custGeom xmlns:a="http://schemas.openxmlformats.org/drawingml/2006/main">
            <a:pathLst>
              <a:path w="4791075" h="352425">
                <a:moveTo>
                  <a:pt x="0" y="0"/>
                </a:moveTo>
                <a:lnTo>
                  <a:pt x="323605" y="401"/>
                </a:lnTo>
                <a:lnTo>
                  <a:pt x="616972" y="1553"/>
                </a:lnTo>
                <a:lnTo>
                  <a:pt x="883127" y="3381"/>
                </a:lnTo>
                <a:lnTo>
                  <a:pt x="1125093" y="5811"/>
                </a:lnTo>
                <a:lnTo>
                  <a:pt x="1345893" y="8766"/>
                </a:lnTo>
                <a:lnTo>
                  <a:pt x="1548550" y="12173"/>
                </a:lnTo>
                <a:lnTo>
                  <a:pt x="1736090" y="15955"/>
                </a:lnTo>
                <a:lnTo>
                  <a:pt x="1911535" y="20038"/>
                </a:lnTo>
                <a:lnTo>
                  <a:pt x="2077908" y="24346"/>
                </a:lnTo>
                <a:lnTo>
                  <a:pt x="2238235" y="28804"/>
                </a:lnTo>
                <a:lnTo>
                  <a:pt x="2395538" y="33338"/>
                </a:lnTo>
                <a:lnTo>
                  <a:pt x="2552840" y="37871"/>
                </a:lnTo>
                <a:lnTo>
                  <a:pt x="2713167" y="42329"/>
                </a:lnTo>
                <a:lnTo>
                  <a:pt x="2879540" y="46637"/>
                </a:lnTo>
                <a:lnTo>
                  <a:pt x="3054985" y="50720"/>
                </a:lnTo>
                <a:lnTo>
                  <a:pt x="3242525" y="54502"/>
                </a:lnTo>
                <a:lnTo>
                  <a:pt x="3445182" y="57909"/>
                </a:lnTo>
                <a:lnTo>
                  <a:pt x="3665982" y="60864"/>
                </a:lnTo>
                <a:lnTo>
                  <a:pt x="3907948" y="63294"/>
                </a:lnTo>
                <a:lnTo>
                  <a:pt x="4174103" y="65122"/>
                </a:lnTo>
                <a:lnTo>
                  <a:pt x="4467470" y="66274"/>
                </a:lnTo>
                <a:lnTo>
                  <a:pt x="4791075" y="66675"/>
                </a:lnTo>
                <a:lnTo>
                  <a:pt x="4791075" y="352425"/>
                </a:lnTo>
                <a:lnTo>
                  <a:pt x="4467470" y="352024"/>
                </a:lnTo>
                <a:lnTo>
                  <a:pt x="4174103" y="350872"/>
                </a:lnTo>
                <a:lnTo>
                  <a:pt x="3907948" y="349044"/>
                </a:lnTo>
                <a:lnTo>
                  <a:pt x="3665982" y="346614"/>
                </a:lnTo>
                <a:lnTo>
                  <a:pt x="3445182" y="343659"/>
                </a:lnTo>
                <a:lnTo>
                  <a:pt x="3242525" y="340252"/>
                </a:lnTo>
                <a:lnTo>
                  <a:pt x="3054985" y="336470"/>
                </a:lnTo>
                <a:lnTo>
                  <a:pt x="2879540" y="332387"/>
                </a:lnTo>
                <a:lnTo>
                  <a:pt x="2713167" y="328079"/>
                </a:lnTo>
                <a:lnTo>
                  <a:pt x="2552840" y="323621"/>
                </a:lnTo>
                <a:lnTo>
                  <a:pt x="2395538" y="319088"/>
                </a:lnTo>
                <a:lnTo>
                  <a:pt x="2238235" y="314554"/>
                </a:lnTo>
                <a:lnTo>
                  <a:pt x="2077908" y="310096"/>
                </a:lnTo>
                <a:lnTo>
                  <a:pt x="1911535" y="305788"/>
                </a:lnTo>
                <a:lnTo>
                  <a:pt x="1736090" y="301705"/>
                </a:lnTo>
                <a:lnTo>
                  <a:pt x="1548550" y="297923"/>
                </a:lnTo>
                <a:lnTo>
                  <a:pt x="1345893" y="294516"/>
                </a:lnTo>
                <a:lnTo>
                  <a:pt x="1125093" y="291561"/>
                </a:lnTo>
                <a:lnTo>
                  <a:pt x="883127" y="289131"/>
                </a:lnTo>
                <a:lnTo>
                  <a:pt x="616972" y="287303"/>
                </a:lnTo>
                <a:lnTo>
                  <a:pt x="323605" y="286151"/>
                </a:lnTo>
                <a:lnTo>
                  <a:pt x="0" y="285750"/>
                </a:lnTo>
                <a:close/>
              </a:path>
            </a:pathLst>
          </a:custGeom>
          <a:solidFill xmlns:a="http://schemas.openxmlformats.org/drawingml/2006/main">
            <a:srgbClr val="0B4EA2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FF9552C-6F76-4903-B22E-E9C42756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000500"/>
            <a:ext cx="4791075" cy="1057275"/>
          </a:xfrm>
          <a:custGeom xmlns:a="http://schemas.openxmlformats.org/drawingml/2006/main">
            <a:pathLst>
              <a:path w="4791075" h="1057275">
                <a:moveTo>
                  <a:pt x="0" y="866775"/>
                </a:moveTo>
                <a:lnTo>
                  <a:pt x="323605" y="861565"/>
                </a:lnTo>
                <a:lnTo>
                  <a:pt x="616972" y="846587"/>
                </a:lnTo>
                <a:lnTo>
                  <a:pt x="883127" y="822818"/>
                </a:lnTo>
                <a:lnTo>
                  <a:pt x="1125093" y="791233"/>
                </a:lnTo>
                <a:lnTo>
                  <a:pt x="1345893" y="752811"/>
                </a:lnTo>
                <a:lnTo>
                  <a:pt x="1548550" y="708528"/>
                </a:lnTo>
                <a:lnTo>
                  <a:pt x="1736090" y="659361"/>
                </a:lnTo>
                <a:lnTo>
                  <a:pt x="1911535" y="606287"/>
                </a:lnTo>
                <a:lnTo>
                  <a:pt x="2077908" y="550282"/>
                </a:lnTo>
                <a:lnTo>
                  <a:pt x="2238235" y="492323"/>
                </a:lnTo>
                <a:lnTo>
                  <a:pt x="2395538" y="433388"/>
                </a:lnTo>
                <a:lnTo>
                  <a:pt x="2552840" y="374452"/>
                </a:lnTo>
                <a:lnTo>
                  <a:pt x="2713167" y="316493"/>
                </a:lnTo>
                <a:lnTo>
                  <a:pt x="2879540" y="260488"/>
                </a:lnTo>
                <a:lnTo>
                  <a:pt x="3054985" y="207414"/>
                </a:lnTo>
                <a:lnTo>
                  <a:pt x="3242525" y="158247"/>
                </a:lnTo>
                <a:lnTo>
                  <a:pt x="3445182" y="113964"/>
                </a:lnTo>
                <a:lnTo>
                  <a:pt x="3665982" y="75542"/>
                </a:lnTo>
                <a:lnTo>
                  <a:pt x="3907948" y="43957"/>
                </a:lnTo>
                <a:lnTo>
                  <a:pt x="4174103" y="20188"/>
                </a:lnTo>
                <a:lnTo>
                  <a:pt x="4467470" y="5210"/>
                </a:lnTo>
                <a:lnTo>
                  <a:pt x="4791075" y="0"/>
                </a:lnTo>
                <a:lnTo>
                  <a:pt x="4791075" y="190500"/>
                </a:lnTo>
                <a:lnTo>
                  <a:pt x="4467470" y="195710"/>
                </a:lnTo>
                <a:lnTo>
                  <a:pt x="4174103" y="210688"/>
                </a:lnTo>
                <a:lnTo>
                  <a:pt x="3907948" y="234457"/>
                </a:lnTo>
                <a:lnTo>
                  <a:pt x="3665982" y="266042"/>
                </a:lnTo>
                <a:lnTo>
                  <a:pt x="3445182" y="304464"/>
                </a:lnTo>
                <a:lnTo>
                  <a:pt x="3242525" y="348747"/>
                </a:lnTo>
                <a:lnTo>
                  <a:pt x="3054985" y="397914"/>
                </a:lnTo>
                <a:lnTo>
                  <a:pt x="2879540" y="450988"/>
                </a:lnTo>
                <a:lnTo>
                  <a:pt x="2713167" y="506993"/>
                </a:lnTo>
                <a:lnTo>
                  <a:pt x="2552840" y="564952"/>
                </a:lnTo>
                <a:lnTo>
                  <a:pt x="2395538" y="623888"/>
                </a:lnTo>
                <a:lnTo>
                  <a:pt x="2238235" y="682823"/>
                </a:lnTo>
                <a:lnTo>
                  <a:pt x="2077908" y="740782"/>
                </a:lnTo>
                <a:lnTo>
                  <a:pt x="1911535" y="796787"/>
                </a:lnTo>
                <a:lnTo>
                  <a:pt x="1736090" y="849861"/>
                </a:lnTo>
                <a:lnTo>
                  <a:pt x="1548550" y="899028"/>
                </a:lnTo>
                <a:lnTo>
                  <a:pt x="1345893" y="943311"/>
                </a:lnTo>
                <a:lnTo>
                  <a:pt x="1125093" y="981733"/>
                </a:lnTo>
                <a:lnTo>
                  <a:pt x="883127" y="1013318"/>
                </a:lnTo>
                <a:lnTo>
                  <a:pt x="616972" y="1037087"/>
                </a:lnTo>
                <a:lnTo>
                  <a:pt x="323605" y="1052065"/>
                </a:lnTo>
                <a:lnTo>
                  <a:pt x="0" y="1057275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617FF36-2422-4B31-BD79-9CE5228D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057775"/>
            <a:ext cx="4791075" cy="923925"/>
          </a:xfrm>
          <a:custGeom xmlns:a="http://schemas.openxmlformats.org/drawingml/2006/main">
            <a:pathLst>
              <a:path w="4791075" h="923925">
                <a:moveTo>
                  <a:pt x="0" y="0"/>
                </a:moveTo>
                <a:lnTo>
                  <a:pt x="323605" y="401"/>
                </a:lnTo>
                <a:lnTo>
                  <a:pt x="616972" y="1553"/>
                </a:lnTo>
                <a:lnTo>
                  <a:pt x="883127" y="3381"/>
                </a:lnTo>
                <a:lnTo>
                  <a:pt x="1125093" y="5811"/>
                </a:lnTo>
                <a:lnTo>
                  <a:pt x="1345893" y="8766"/>
                </a:lnTo>
                <a:lnTo>
                  <a:pt x="1548550" y="12173"/>
                </a:lnTo>
                <a:lnTo>
                  <a:pt x="1736090" y="15955"/>
                </a:lnTo>
                <a:lnTo>
                  <a:pt x="1911535" y="20038"/>
                </a:lnTo>
                <a:lnTo>
                  <a:pt x="2077908" y="24346"/>
                </a:lnTo>
                <a:lnTo>
                  <a:pt x="2238235" y="28804"/>
                </a:lnTo>
                <a:lnTo>
                  <a:pt x="2395538" y="33338"/>
                </a:lnTo>
                <a:lnTo>
                  <a:pt x="2552840" y="37871"/>
                </a:lnTo>
                <a:lnTo>
                  <a:pt x="2713167" y="42329"/>
                </a:lnTo>
                <a:lnTo>
                  <a:pt x="2879540" y="46637"/>
                </a:lnTo>
                <a:lnTo>
                  <a:pt x="3054985" y="50720"/>
                </a:lnTo>
                <a:lnTo>
                  <a:pt x="3242525" y="54502"/>
                </a:lnTo>
                <a:lnTo>
                  <a:pt x="3445182" y="57909"/>
                </a:lnTo>
                <a:lnTo>
                  <a:pt x="3665982" y="60864"/>
                </a:lnTo>
                <a:lnTo>
                  <a:pt x="3907948" y="63294"/>
                </a:lnTo>
                <a:lnTo>
                  <a:pt x="4174103" y="65122"/>
                </a:lnTo>
                <a:lnTo>
                  <a:pt x="4467470" y="66274"/>
                </a:lnTo>
                <a:lnTo>
                  <a:pt x="4791075" y="66675"/>
                </a:lnTo>
                <a:lnTo>
                  <a:pt x="4791075" y="923925"/>
                </a:lnTo>
                <a:lnTo>
                  <a:pt x="4467470" y="923524"/>
                </a:lnTo>
                <a:lnTo>
                  <a:pt x="4174103" y="922372"/>
                </a:lnTo>
                <a:lnTo>
                  <a:pt x="3907948" y="920544"/>
                </a:lnTo>
                <a:lnTo>
                  <a:pt x="3665982" y="918114"/>
                </a:lnTo>
                <a:lnTo>
                  <a:pt x="3445182" y="915159"/>
                </a:lnTo>
                <a:lnTo>
                  <a:pt x="3242525" y="911752"/>
                </a:lnTo>
                <a:lnTo>
                  <a:pt x="3054985" y="907970"/>
                </a:lnTo>
                <a:lnTo>
                  <a:pt x="2879540" y="903887"/>
                </a:lnTo>
                <a:lnTo>
                  <a:pt x="2713167" y="899579"/>
                </a:lnTo>
                <a:lnTo>
                  <a:pt x="2552840" y="895121"/>
                </a:lnTo>
                <a:lnTo>
                  <a:pt x="2395538" y="890588"/>
                </a:lnTo>
                <a:lnTo>
                  <a:pt x="2238235" y="886054"/>
                </a:lnTo>
                <a:lnTo>
                  <a:pt x="2077908" y="881596"/>
                </a:lnTo>
                <a:lnTo>
                  <a:pt x="1911535" y="877288"/>
                </a:lnTo>
                <a:lnTo>
                  <a:pt x="1736090" y="873205"/>
                </a:lnTo>
                <a:lnTo>
                  <a:pt x="1548550" y="869423"/>
                </a:lnTo>
                <a:lnTo>
                  <a:pt x="1345893" y="866016"/>
                </a:lnTo>
                <a:lnTo>
                  <a:pt x="1125093" y="863061"/>
                </a:lnTo>
                <a:lnTo>
                  <a:pt x="883127" y="860631"/>
                </a:lnTo>
                <a:lnTo>
                  <a:pt x="616972" y="858803"/>
                </a:lnTo>
                <a:lnTo>
                  <a:pt x="323605" y="857651"/>
                </a:lnTo>
                <a:lnTo>
                  <a:pt x="0" y="857250"/>
                </a:lnTo>
                <a:close/>
              </a:path>
            </a:pathLst>
          </a:custGeom>
          <a:solidFill xmlns:a="http://schemas.openxmlformats.org/drawingml/2006/main">
            <a:srgbClr val="7A1A7A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A32E2F5-C7FA-43A1-9CDE-F342AE6D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800600"/>
            <a:ext cx="4791075" cy="1343025"/>
          </a:xfrm>
          <a:custGeom xmlns:a="http://schemas.openxmlformats.org/drawingml/2006/main">
            <a:pathLst>
              <a:path w="4791075" h="1343025">
                <a:moveTo>
                  <a:pt x="0" y="1247775"/>
                </a:moveTo>
                <a:lnTo>
                  <a:pt x="323605" y="1240275"/>
                </a:lnTo>
                <a:lnTo>
                  <a:pt x="616972" y="1218713"/>
                </a:lnTo>
                <a:lnTo>
                  <a:pt x="883127" y="1184496"/>
                </a:lnTo>
                <a:lnTo>
                  <a:pt x="1125093" y="1139028"/>
                </a:lnTo>
                <a:lnTo>
                  <a:pt x="1345893" y="1083717"/>
                </a:lnTo>
                <a:lnTo>
                  <a:pt x="1548550" y="1019969"/>
                </a:lnTo>
                <a:lnTo>
                  <a:pt x="1736090" y="949190"/>
                </a:lnTo>
                <a:lnTo>
                  <a:pt x="1911535" y="872786"/>
                </a:lnTo>
                <a:lnTo>
                  <a:pt x="2077908" y="792164"/>
                </a:lnTo>
                <a:lnTo>
                  <a:pt x="2238235" y="708729"/>
                </a:lnTo>
                <a:lnTo>
                  <a:pt x="2395538" y="623888"/>
                </a:lnTo>
                <a:lnTo>
                  <a:pt x="2552840" y="539046"/>
                </a:lnTo>
                <a:lnTo>
                  <a:pt x="2713167" y="455611"/>
                </a:lnTo>
                <a:lnTo>
                  <a:pt x="2879540" y="374989"/>
                </a:lnTo>
                <a:lnTo>
                  <a:pt x="3054985" y="298585"/>
                </a:lnTo>
                <a:lnTo>
                  <a:pt x="3242525" y="227806"/>
                </a:lnTo>
                <a:lnTo>
                  <a:pt x="3445182" y="164058"/>
                </a:lnTo>
                <a:lnTo>
                  <a:pt x="3665982" y="108747"/>
                </a:lnTo>
                <a:lnTo>
                  <a:pt x="3907948" y="63279"/>
                </a:lnTo>
                <a:lnTo>
                  <a:pt x="4174103" y="29062"/>
                </a:lnTo>
                <a:lnTo>
                  <a:pt x="4467470" y="7500"/>
                </a:lnTo>
                <a:lnTo>
                  <a:pt x="4791075" y="0"/>
                </a:lnTo>
                <a:lnTo>
                  <a:pt x="4791075" y="95250"/>
                </a:lnTo>
                <a:lnTo>
                  <a:pt x="4467470" y="102750"/>
                </a:lnTo>
                <a:lnTo>
                  <a:pt x="4174103" y="124312"/>
                </a:lnTo>
                <a:lnTo>
                  <a:pt x="3907948" y="158529"/>
                </a:lnTo>
                <a:lnTo>
                  <a:pt x="3665982" y="203997"/>
                </a:lnTo>
                <a:lnTo>
                  <a:pt x="3445182" y="259308"/>
                </a:lnTo>
                <a:lnTo>
                  <a:pt x="3242525" y="323056"/>
                </a:lnTo>
                <a:lnTo>
                  <a:pt x="3054985" y="393835"/>
                </a:lnTo>
                <a:lnTo>
                  <a:pt x="2879540" y="470239"/>
                </a:lnTo>
                <a:lnTo>
                  <a:pt x="2713167" y="550861"/>
                </a:lnTo>
                <a:lnTo>
                  <a:pt x="2552840" y="634296"/>
                </a:lnTo>
                <a:lnTo>
                  <a:pt x="2395538" y="719138"/>
                </a:lnTo>
                <a:lnTo>
                  <a:pt x="2238235" y="803979"/>
                </a:lnTo>
                <a:lnTo>
                  <a:pt x="2077908" y="887414"/>
                </a:lnTo>
                <a:lnTo>
                  <a:pt x="1911535" y="968036"/>
                </a:lnTo>
                <a:lnTo>
                  <a:pt x="1736090" y="1044440"/>
                </a:lnTo>
                <a:lnTo>
                  <a:pt x="1548550" y="1115219"/>
                </a:lnTo>
                <a:lnTo>
                  <a:pt x="1345893" y="1178967"/>
                </a:lnTo>
                <a:lnTo>
                  <a:pt x="1125093" y="1234278"/>
                </a:lnTo>
                <a:lnTo>
                  <a:pt x="883127" y="1279746"/>
                </a:lnTo>
                <a:lnTo>
                  <a:pt x="616972" y="1313963"/>
                </a:lnTo>
                <a:lnTo>
                  <a:pt x="323605" y="1335525"/>
                </a:lnTo>
                <a:lnTo>
                  <a:pt x="0" y="1343025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7023D33-E00D-4C60-8E3C-1FC0D27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43625"/>
            <a:ext cx="4791075" cy="1876425"/>
          </a:xfrm>
          <a:custGeom xmlns:a="http://schemas.openxmlformats.org/drawingml/2006/main">
            <a:pathLst>
              <a:path w="4791075" h="1876425">
                <a:moveTo>
                  <a:pt x="0" y="0"/>
                </a:moveTo>
                <a:lnTo>
                  <a:pt x="323605" y="8988"/>
                </a:lnTo>
                <a:lnTo>
                  <a:pt x="616972" y="34830"/>
                </a:lnTo>
                <a:lnTo>
                  <a:pt x="883127" y="75839"/>
                </a:lnTo>
                <a:lnTo>
                  <a:pt x="1125093" y="130330"/>
                </a:lnTo>
                <a:lnTo>
                  <a:pt x="1345893" y="196619"/>
                </a:lnTo>
                <a:lnTo>
                  <a:pt x="1548550" y="273019"/>
                </a:lnTo>
                <a:lnTo>
                  <a:pt x="1736090" y="357846"/>
                </a:lnTo>
                <a:lnTo>
                  <a:pt x="1911535" y="449414"/>
                </a:lnTo>
                <a:lnTo>
                  <a:pt x="2077908" y="546038"/>
                </a:lnTo>
                <a:lnTo>
                  <a:pt x="2238235" y="646033"/>
                </a:lnTo>
                <a:lnTo>
                  <a:pt x="2395538" y="747713"/>
                </a:lnTo>
                <a:lnTo>
                  <a:pt x="2552840" y="849392"/>
                </a:lnTo>
                <a:lnTo>
                  <a:pt x="2713167" y="949387"/>
                </a:lnTo>
                <a:lnTo>
                  <a:pt x="2879540" y="1046011"/>
                </a:lnTo>
                <a:lnTo>
                  <a:pt x="3054985" y="1137579"/>
                </a:lnTo>
                <a:lnTo>
                  <a:pt x="3242525" y="1222406"/>
                </a:lnTo>
                <a:lnTo>
                  <a:pt x="3445182" y="1298806"/>
                </a:lnTo>
                <a:lnTo>
                  <a:pt x="3665982" y="1365095"/>
                </a:lnTo>
                <a:lnTo>
                  <a:pt x="3907948" y="1419586"/>
                </a:lnTo>
                <a:lnTo>
                  <a:pt x="4174103" y="1460595"/>
                </a:lnTo>
                <a:lnTo>
                  <a:pt x="4467470" y="1486437"/>
                </a:lnTo>
                <a:lnTo>
                  <a:pt x="4791075" y="1495425"/>
                </a:lnTo>
                <a:lnTo>
                  <a:pt x="4791075" y="1876425"/>
                </a:lnTo>
                <a:lnTo>
                  <a:pt x="4467470" y="1867437"/>
                </a:lnTo>
                <a:lnTo>
                  <a:pt x="4174103" y="1841595"/>
                </a:lnTo>
                <a:lnTo>
                  <a:pt x="3907948" y="1800586"/>
                </a:lnTo>
                <a:lnTo>
                  <a:pt x="3665982" y="1746095"/>
                </a:lnTo>
                <a:lnTo>
                  <a:pt x="3445182" y="1679806"/>
                </a:lnTo>
                <a:lnTo>
                  <a:pt x="3242525" y="1603406"/>
                </a:lnTo>
                <a:lnTo>
                  <a:pt x="3054985" y="1518579"/>
                </a:lnTo>
                <a:lnTo>
                  <a:pt x="2879540" y="1427011"/>
                </a:lnTo>
                <a:lnTo>
                  <a:pt x="2713167" y="1330387"/>
                </a:lnTo>
                <a:lnTo>
                  <a:pt x="2552840" y="1230392"/>
                </a:lnTo>
                <a:lnTo>
                  <a:pt x="2395538" y="1128713"/>
                </a:lnTo>
                <a:lnTo>
                  <a:pt x="2238235" y="1027033"/>
                </a:lnTo>
                <a:lnTo>
                  <a:pt x="2077908" y="927038"/>
                </a:lnTo>
                <a:lnTo>
                  <a:pt x="1911535" y="830414"/>
                </a:lnTo>
                <a:lnTo>
                  <a:pt x="1736090" y="738846"/>
                </a:lnTo>
                <a:lnTo>
                  <a:pt x="1548550" y="654019"/>
                </a:lnTo>
                <a:lnTo>
                  <a:pt x="1345893" y="577619"/>
                </a:lnTo>
                <a:lnTo>
                  <a:pt x="1125093" y="511330"/>
                </a:lnTo>
                <a:lnTo>
                  <a:pt x="883127" y="456839"/>
                </a:lnTo>
                <a:lnTo>
                  <a:pt x="616972" y="415830"/>
                </a:lnTo>
                <a:lnTo>
                  <a:pt x="323605" y="389988"/>
                </a:lnTo>
                <a:lnTo>
                  <a:pt x="0" y="38100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577B81E-6AE4-4651-A793-0CB39BBA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524625"/>
            <a:ext cx="4791075" cy="2009775"/>
          </a:xfrm>
          <a:custGeom xmlns:a="http://schemas.openxmlformats.org/drawingml/2006/main">
            <a:pathLst>
              <a:path w="4791075" h="2009775">
                <a:moveTo>
                  <a:pt x="0" y="0"/>
                </a:moveTo>
                <a:lnTo>
                  <a:pt x="323605" y="9790"/>
                </a:lnTo>
                <a:lnTo>
                  <a:pt x="616972" y="37935"/>
                </a:lnTo>
                <a:lnTo>
                  <a:pt x="883127" y="82601"/>
                </a:lnTo>
                <a:lnTo>
                  <a:pt x="1125093" y="141952"/>
                </a:lnTo>
                <a:lnTo>
                  <a:pt x="1345893" y="214151"/>
                </a:lnTo>
                <a:lnTo>
                  <a:pt x="1548550" y="297365"/>
                </a:lnTo>
                <a:lnTo>
                  <a:pt x="1736090" y="389756"/>
                </a:lnTo>
                <a:lnTo>
                  <a:pt x="1911535" y="489489"/>
                </a:lnTo>
                <a:lnTo>
                  <a:pt x="2077908" y="594729"/>
                </a:lnTo>
                <a:lnTo>
                  <a:pt x="2238235" y="703641"/>
                </a:lnTo>
                <a:lnTo>
                  <a:pt x="2395538" y="814388"/>
                </a:lnTo>
                <a:lnTo>
                  <a:pt x="2552840" y="925134"/>
                </a:lnTo>
                <a:lnTo>
                  <a:pt x="2713167" y="1034046"/>
                </a:lnTo>
                <a:lnTo>
                  <a:pt x="2879540" y="1139286"/>
                </a:lnTo>
                <a:lnTo>
                  <a:pt x="3054985" y="1239019"/>
                </a:lnTo>
                <a:lnTo>
                  <a:pt x="3242525" y="1331410"/>
                </a:lnTo>
                <a:lnTo>
                  <a:pt x="3445182" y="1414624"/>
                </a:lnTo>
                <a:lnTo>
                  <a:pt x="3665982" y="1486823"/>
                </a:lnTo>
                <a:lnTo>
                  <a:pt x="3907948" y="1546174"/>
                </a:lnTo>
                <a:lnTo>
                  <a:pt x="4174103" y="1590840"/>
                </a:lnTo>
                <a:lnTo>
                  <a:pt x="4467470" y="1618985"/>
                </a:lnTo>
                <a:lnTo>
                  <a:pt x="4791075" y="1628775"/>
                </a:lnTo>
                <a:lnTo>
                  <a:pt x="4791075" y="2009775"/>
                </a:lnTo>
                <a:lnTo>
                  <a:pt x="4467470" y="1999985"/>
                </a:lnTo>
                <a:lnTo>
                  <a:pt x="4174103" y="1971840"/>
                </a:lnTo>
                <a:lnTo>
                  <a:pt x="3907948" y="1927174"/>
                </a:lnTo>
                <a:lnTo>
                  <a:pt x="3665982" y="1867823"/>
                </a:lnTo>
                <a:lnTo>
                  <a:pt x="3445182" y="1795624"/>
                </a:lnTo>
                <a:lnTo>
                  <a:pt x="3242525" y="1712410"/>
                </a:lnTo>
                <a:lnTo>
                  <a:pt x="3054985" y="1620019"/>
                </a:lnTo>
                <a:lnTo>
                  <a:pt x="2879540" y="1520286"/>
                </a:lnTo>
                <a:lnTo>
                  <a:pt x="2713167" y="1415046"/>
                </a:lnTo>
                <a:lnTo>
                  <a:pt x="2552840" y="1306134"/>
                </a:lnTo>
                <a:lnTo>
                  <a:pt x="2395538" y="1195388"/>
                </a:lnTo>
                <a:lnTo>
                  <a:pt x="2238235" y="1084641"/>
                </a:lnTo>
                <a:lnTo>
                  <a:pt x="2077908" y="975729"/>
                </a:lnTo>
                <a:lnTo>
                  <a:pt x="1911535" y="870489"/>
                </a:lnTo>
                <a:lnTo>
                  <a:pt x="1736090" y="770756"/>
                </a:lnTo>
                <a:lnTo>
                  <a:pt x="1548550" y="678365"/>
                </a:lnTo>
                <a:lnTo>
                  <a:pt x="1345893" y="595151"/>
                </a:lnTo>
                <a:lnTo>
                  <a:pt x="1125093" y="522952"/>
                </a:lnTo>
                <a:lnTo>
                  <a:pt x="883127" y="463601"/>
                </a:lnTo>
                <a:lnTo>
                  <a:pt x="616972" y="418935"/>
                </a:lnTo>
                <a:lnTo>
                  <a:pt x="323605" y="390790"/>
                </a:lnTo>
                <a:lnTo>
                  <a:pt x="0" y="38100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6086495-FDA7-479D-9B88-726A1515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905625"/>
            <a:ext cx="4791075" cy="1857375"/>
          </a:xfrm>
          <a:custGeom xmlns:a="http://schemas.openxmlformats.org/drawingml/2006/main">
            <a:pathLst>
              <a:path w="4791075" h="1857375">
                <a:moveTo>
                  <a:pt x="0" y="0"/>
                </a:moveTo>
                <a:lnTo>
                  <a:pt x="323605" y="10591"/>
                </a:lnTo>
                <a:lnTo>
                  <a:pt x="616972" y="41041"/>
                </a:lnTo>
                <a:lnTo>
                  <a:pt x="883127" y="89364"/>
                </a:lnTo>
                <a:lnTo>
                  <a:pt x="1125093" y="153574"/>
                </a:lnTo>
                <a:lnTo>
                  <a:pt x="1345893" y="231684"/>
                </a:lnTo>
                <a:lnTo>
                  <a:pt x="1548550" y="321710"/>
                </a:lnTo>
                <a:lnTo>
                  <a:pt x="1736090" y="421666"/>
                </a:lnTo>
                <a:lnTo>
                  <a:pt x="1911535" y="529564"/>
                </a:lnTo>
                <a:lnTo>
                  <a:pt x="2077908" y="643421"/>
                </a:lnTo>
                <a:lnTo>
                  <a:pt x="2238235" y="761249"/>
                </a:lnTo>
                <a:lnTo>
                  <a:pt x="2395538" y="881063"/>
                </a:lnTo>
                <a:lnTo>
                  <a:pt x="2552840" y="1000876"/>
                </a:lnTo>
                <a:lnTo>
                  <a:pt x="2713167" y="1118704"/>
                </a:lnTo>
                <a:lnTo>
                  <a:pt x="2879540" y="1232561"/>
                </a:lnTo>
                <a:lnTo>
                  <a:pt x="3054985" y="1340459"/>
                </a:lnTo>
                <a:lnTo>
                  <a:pt x="3242525" y="1440415"/>
                </a:lnTo>
                <a:lnTo>
                  <a:pt x="3445182" y="1530441"/>
                </a:lnTo>
                <a:lnTo>
                  <a:pt x="3665982" y="1608551"/>
                </a:lnTo>
                <a:lnTo>
                  <a:pt x="3907948" y="1672761"/>
                </a:lnTo>
                <a:lnTo>
                  <a:pt x="4174103" y="1721084"/>
                </a:lnTo>
                <a:lnTo>
                  <a:pt x="4467470" y="1751534"/>
                </a:lnTo>
                <a:lnTo>
                  <a:pt x="4791075" y="1762125"/>
                </a:lnTo>
                <a:lnTo>
                  <a:pt x="4791075" y="1857375"/>
                </a:lnTo>
                <a:lnTo>
                  <a:pt x="4467470" y="1846784"/>
                </a:lnTo>
                <a:lnTo>
                  <a:pt x="4174103" y="1816334"/>
                </a:lnTo>
                <a:lnTo>
                  <a:pt x="3907948" y="1768011"/>
                </a:lnTo>
                <a:lnTo>
                  <a:pt x="3665982" y="1703801"/>
                </a:lnTo>
                <a:lnTo>
                  <a:pt x="3445182" y="1625691"/>
                </a:lnTo>
                <a:lnTo>
                  <a:pt x="3242525" y="1535665"/>
                </a:lnTo>
                <a:lnTo>
                  <a:pt x="3054985" y="1435709"/>
                </a:lnTo>
                <a:lnTo>
                  <a:pt x="2879540" y="1327811"/>
                </a:lnTo>
                <a:lnTo>
                  <a:pt x="2713167" y="1213954"/>
                </a:lnTo>
                <a:lnTo>
                  <a:pt x="2552840" y="1096126"/>
                </a:lnTo>
                <a:lnTo>
                  <a:pt x="2395538" y="976313"/>
                </a:lnTo>
                <a:lnTo>
                  <a:pt x="2238235" y="856499"/>
                </a:lnTo>
                <a:lnTo>
                  <a:pt x="2077908" y="738671"/>
                </a:lnTo>
                <a:lnTo>
                  <a:pt x="1911535" y="624814"/>
                </a:lnTo>
                <a:lnTo>
                  <a:pt x="1736090" y="516916"/>
                </a:lnTo>
                <a:lnTo>
                  <a:pt x="1548550" y="416960"/>
                </a:lnTo>
                <a:lnTo>
                  <a:pt x="1345893" y="326934"/>
                </a:lnTo>
                <a:lnTo>
                  <a:pt x="1125093" y="248824"/>
                </a:lnTo>
                <a:lnTo>
                  <a:pt x="883127" y="184614"/>
                </a:lnTo>
                <a:lnTo>
                  <a:pt x="616972" y="136291"/>
                </a:lnTo>
                <a:lnTo>
                  <a:pt x="323605" y="105841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28C00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E3E713-7AF8-4E19-ADD6-E48C181D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981700"/>
            <a:ext cx="4791075" cy="2676525"/>
          </a:xfrm>
          <a:custGeom xmlns:a="http://schemas.openxmlformats.org/drawingml/2006/main">
            <a:pathLst>
              <a:path w="4791075" h="2676525">
                <a:moveTo>
                  <a:pt x="0" y="1152525"/>
                </a:moveTo>
                <a:lnTo>
                  <a:pt x="323605" y="1145598"/>
                </a:lnTo>
                <a:lnTo>
                  <a:pt x="616972" y="1125682"/>
                </a:lnTo>
                <a:lnTo>
                  <a:pt x="883127" y="1094076"/>
                </a:lnTo>
                <a:lnTo>
                  <a:pt x="1125093" y="1052080"/>
                </a:lnTo>
                <a:lnTo>
                  <a:pt x="1345893" y="1000991"/>
                </a:lnTo>
                <a:lnTo>
                  <a:pt x="1548550" y="942109"/>
                </a:lnTo>
                <a:lnTo>
                  <a:pt x="1736090" y="876733"/>
                </a:lnTo>
                <a:lnTo>
                  <a:pt x="1911535" y="806161"/>
                </a:lnTo>
                <a:lnTo>
                  <a:pt x="2077908" y="731693"/>
                </a:lnTo>
                <a:lnTo>
                  <a:pt x="2238235" y="654627"/>
                </a:lnTo>
                <a:lnTo>
                  <a:pt x="2395538" y="576263"/>
                </a:lnTo>
                <a:lnTo>
                  <a:pt x="2552840" y="497898"/>
                </a:lnTo>
                <a:lnTo>
                  <a:pt x="2713167" y="420832"/>
                </a:lnTo>
                <a:lnTo>
                  <a:pt x="2879540" y="346364"/>
                </a:lnTo>
                <a:lnTo>
                  <a:pt x="3054985" y="275792"/>
                </a:lnTo>
                <a:lnTo>
                  <a:pt x="3242525" y="210416"/>
                </a:lnTo>
                <a:lnTo>
                  <a:pt x="3445182" y="151534"/>
                </a:lnTo>
                <a:lnTo>
                  <a:pt x="3665982" y="100445"/>
                </a:lnTo>
                <a:lnTo>
                  <a:pt x="3907948" y="58449"/>
                </a:lnTo>
                <a:lnTo>
                  <a:pt x="4174103" y="26843"/>
                </a:lnTo>
                <a:lnTo>
                  <a:pt x="4467470" y="6927"/>
                </a:lnTo>
                <a:lnTo>
                  <a:pt x="4791075" y="0"/>
                </a:lnTo>
                <a:lnTo>
                  <a:pt x="4791075" y="1524000"/>
                </a:lnTo>
                <a:lnTo>
                  <a:pt x="4467470" y="1530927"/>
                </a:lnTo>
                <a:lnTo>
                  <a:pt x="4174103" y="1550843"/>
                </a:lnTo>
                <a:lnTo>
                  <a:pt x="3907948" y="1582449"/>
                </a:lnTo>
                <a:lnTo>
                  <a:pt x="3665982" y="1624445"/>
                </a:lnTo>
                <a:lnTo>
                  <a:pt x="3445182" y="1675534"/>
                </a:lnTo>
                <a:lnTo>
                  <a:pt x="3242525" y="1734416"/>
                </a:lnTo>
                <a:lnTo>
                  <a:pt x="3054985" y="1799792"/>
                </a:lnTo>
                <a:lnTo>
                  <a:pt x="2879540" y="1870364"/>
                </a:lnTo>
                <a:lnTo>
                  <a:pt x="2713167" y="1944832"/>
                </a:lnTo>
                <a:lnTo>
                  <a:pt x="2552840" y="2021898"/>
                </a:lnTo>
                <a:lnTo>
                  <a:pt x="2395538" y="2100263"/>
                </a:lnTo>
                <a:lnTo>
                  <a:pt x="2238235" y="2178627"/>
                </a:lnTo>
                <a:lnTo>
                  <a:pt x="2077908" y="2255693"/>
                </a:lnTo>
                <a:lnTo>
                  <a:pt x="1911535" y="2330161"/>
                </a:lnTo>
                <a:lnTo>
                  <a:pt x="1736090" y="2400733"/>
                </a:lnTo>
                <a:lnTo>
                  <a:pt x="1548550" y="2466109"/>
                </a:lnTo>
                <a:lnTo>
                  <a:pt x="1345893" y="2524991"/>
                </a:lnTo>
                <a:lnTo>
                  <a:pt x="1125093" y="2576080"/>
                </a:lnTo>
                <a:lnTo>
                  <a:pt x="883127" y="2618076"/>
                </a:lnTo>
                <a:lnTo>
                  <a:pt x="616972" y="2649682"/>
                </a:lnTo>
                <a:lnTo>
                  <a:pt x="323605" y="2669598"/>
                </a:lnTo>
                <a:lnTo>
                  <a:pt x="0" y="2676525"/>
                </a:lnTo>
                <a:close/>
              </a:path>
            </a:pathLst>
          </a:custGeom>
          <a:solidFill xmlns:a="http://schemas.openxmlformats.org/drawingml/2006/main">
            <a:srgbClr val="D7191C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9F4E6E5-2E43-469F-87D1-AC3BF1BF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191000"/>
            <a:ext cx="4791075" cy="4695825"/>
          </a:xfrm>
          <a:custGeom xmlns:a="http://schemas.openxmlformats.org/drawingml/2006/main">
            <a:pathLst>
              <a:path w="4791075" h="4695825">
                <a:moveTo>
                  <a:pt x="0" y="4600575"/>
                </a:moveTo>
                <a:lnTo>
                  <a:pt x="323605" y="4572923"/>
                </a:lnTo>
                <a:lnTo>
                  <a:pt x="616972" y="4493424"/>
                </a:lnTo>
                <a:lnTo>
                  <a:pt x="883127" y="4367263"/>
                </a:lnTo>
                <a:lnTo>
                  <a:pt x="1125093" y="4199623"/>
                </a:lnTo>
                <a:lnTo>
                  <a:pt x="1345893" y="3995691"/>
                </a:lnTo>
                <a:lnTo>
                  <a:pt x="1548550" y="3760650"/>
                </a:lnTo>
                <a:lnTo>
                  <a:pt x="1736090" y="3499686"/>
                </a:lnTo>
                <a:lnTo>
                  <a:pt x="1911535" y="3217983"/>
                </a:lnTo>
                <a:lnTo>
                  <a:pt x="2077908" y="2920726"/>
                </a:lnTo>
                <a:lnTo>
                  <a:pt x="2238235" y="2613099"/>
                </a:lnTo>
                <a:lnTo>
                  <a:pt x="2395538" y="2300288"/>
                </a:lnTo>
                <a:lnTo>
                  <a:pt x="2552840" y="1987476"/>
                </a:lnTo>
                <a:lnTo>
                  <a:pt x="2713167" y="1679849"/>
                </a:lnTo>
                <a:lnTo>
                  <a:pt x="2879540" y="1382592"/>
                </a:lnTo>
                <a:lnTo>
                  <a:pt x="3054985" y="1100889"/>
                </a:lnTo>
                <a:lnTo>
                  <a:pt x="3242525" y="839925"/>
                </a:lnTo>
                <a:lnTo>
                  <a:pt x="3445182" y="604884"/>
                </a:lnTo>
                <a:lnTo>
                  <a:pt x="3665982" y="400952"/>
                </a:lnTo>
                <a:lnTo>
                  <a:pt x="3907948" y="233312"/>
                </a:lnTo>
                <a:lnTo>
                  <a:pt x="4174103" y="107151"/>
                </a:lnTo>
                <a:lnTo>
                  <a:pt x="4467470" y="27652"/>
                </a:lnTo>
                <a:lnTo>
                  <a:pt x="4791075" y="0"/>
                </a:lnTo>
                <a:lnTo>
                  <a:pt x="4791075" y="95250"/>
                </a:lnTo>
                <a:lnTo>
                  <a:pt x="4467470" y="122902"/>
                </a:lnTo>
                <a:lnTo>
                  <a:pt x="4174103" y="202401"/>
                </a:lnTo>
                <a:lnTo>
                  <a:pt x="3907948" y="328562"/>
                </a:lnTo>
                <a:lnTo>
                  <a:pt x="3665982" y="496202"/>
                </a:lnTo>
                <a:lnTo>
                  <a:pt x="3445182" y="700134"/>
                </a:lnTo>
                <a:lnTo>
                  <a:pt x="3242525" y="935175"/>
                </a:lnTo>
                <a:lnTo>
                  <a:pt x="3054985" y="1196139"/>
                </a:lnTo>
                <a:lnTo>
                  <a:pt x="2879540" y="1477842"/>
                </a:lnTo>
                <a:lnTo>
                  <a:pt x="2713167" y="1775099"/>
                </a:lnTo>
                <a:lnTo>
                  <a:pt x="2552840" y="2082726"/>
                </a:lnTo>
                <a:lnTo>
                  <a:pt x="2395538" y="2395538"/>
                </a:lnTo>
                <a:lnTo>
                  <a:pt x="2238235" y="2708349"/>
                </a:lnTo>
                <a:lnTo>
                  <a:pt x="2077908" y="3015976"/>
                </a:lnTo>
                <a:lnTo>
                  <a:pt x="1911535" y="3313233"/>
                </a:lnTo>
                <a:lnTo>
                  <a:pt x="1736090" y="3594936"/>
                </a:lnTo>
                <a:lnTo>
                  <a:pt x="1548550" y="3855900"/>
                </a:lnTo>
                <a:lnTo>
                  <a:pt x="1345893" y="4090941"/>
                </a:lnTo>
                <a:lnTo>
                  <a:pt x="1125093" y="4294873"/>
                </a:lnTo>
                <a:lnTo>
                  <a:pt x="883127" y="4462513"/>
                </a:lnTo>
                <a:lnTo>
                  <a:pt x="616972" y="4588674"/>
                </a:lnTo>
                <a:lnTo>
                  <a:pt x="323605" y="4668173"/>
                </a:lnTo>
                <a:lnTo>
                  <a:pt x="0" y="4695825"/>
                </a:lnTo>
                <a:close/>
              </a:path>
            </a:pathLst>
          </a:custGeom>
          <a:solidFill xmlns:a="http://schemas.openxmlformats.org/drawingml/2006/main">
            <a:srgbClr val="8B8F96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E7D245A-918F-4E46-B4EC-76444FD0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8896350"/>
            <a:ext cx="4791075" cy="219075"/>
          </a:xfrm>
          <a:custGeom xmlns:a="http://schemas.openxmlformats.org/drawingml/2006/main">
            <a:pathLst>
              <a:path w="4791075" h="219075">
                <a:moveTo>
                  <a:pt x="0" y="123825"/>
                </a:moveTo>
                <a:lnTo>
                  <a:pt x="323605" y="123081"/>
                </a:lnTo>
                <a:lnTo>
                  <a:pt x="616972" y="120941"/>
                </a:lnTo>
                <a:lnTo>
                  <a:pt x="883127" y="117545"/>
                </a:lnTo>
                <a:lnTo>
                  <a:pt x="1125093" y="113033"/>
                </a:lnTo>
                <a:lnTo>
                  <a:pt x="1345893" y="107544"/>
                </a:lnTo>
                <a:lnTo>
                  <a:pt x="1548550" y="101218"/>
                </a:lnTo>
                <a:lnTo>
                  <a:pt x="1736090" y="94194"/>
                </a:lnTo>
                <a:lnTo>
                  <a:pt x="1911535" y="86612"/>
                </a:lnTo>
                <a:lnTo>
                  <a:pt x="2077908" y="78612"/>
                </a:lnTo>
                <a:lnTo>
                  <a:pt x="2238235" y="70332"/>
                </a:lnTo>
                <a:lnTo>
                  <a:pt x="2395538" y="61913"/>
                </a:lnTo>
                <a:lnTo>
                  <a:pt x="2552840" y="53493"/>
                </a:lnTo>
                <a:lnTo>
                  <a:pt x="2713167" y="45213"/>
                </a:lnTo>
                <a:lnTo>
                  <a:pt x="2879540" y="37213"/>
                </a:lnTo>
                <a:lnTo>
                  <a:pt x="3054985" y="29631"/>
                </a:lnTo>
                <a:lnTo>
                  <a:pt x="3242525" y="22607"/>
                </a:lnTo>
                <a:lnTo>
                  <a:pt x="3445182" y="16281"/>
                </a:lnTo>
                <a:lnTo>
                  <a:pt x="3665982" y="10792"/>
                </a:lnTo>
                <a:lnTo>
                  <a:pt x="3907948" y="6280"/>
                </a:lnTo>
                <a:lnTo>
                  <a:pt x="4174103" y="2884"/>
                </a:lnTo>
                <a:lnTo>
                  <a:pt x="4467470" y="744"/>
                </a:lnTo>
                <a:lnTo>
                  <a:pt x="4791075" y="0"/>
                </a:lnTo>
                <a:lnTo>
                  <a:pt x="4791075" y="95250"/>
                </a:lnTo>
                <a:lnTo>
                  <a:pt x="4467470" y="95994"/>
                </a:lnTo>
                <a:lnTo>
                  <a:pt x="4174103" y="98134"/>
                </a:lnTo>
                <a:lnTo>
                  <a:pt x="3907948" y="101530"/>
                </a:lnTo>
                <a:lnTo>
                  <a:pt x="3665982" y="106042"/>
                </a:lnTo>
                <a:lnTo>
                  <a:pt x="3445182" y="111531"/>
                </a:lnTo>
                <a:lnTo>
                  <a:pt x="3242525" y="117857"/>
                </a:lnTo>
                <a:lnTo>
                  <a:pt x="3054985" y="124881"/>
                </a:lnTo>
                <a:lnTo>
                  <a:pt x="2879540" y="132463"/>
                </a:lnTo>
                <a:lnTo>
                  <a:pt x="2713167" y="140463"/>
                </a:lnTo>
                <a:lnTo>
                  <a:pt x="2552840" y="148743"/>
                </a:lnTo>
                <a:lnTo>
                  <a:pt x="2395538" y="157163"/>
                </a:lnTo>
                <a:lnTo>
                  <a:pt x="2238235" y="165582"/>
                </a:lnTo>
                <a:lnTo>
                  <a:pt x="2077908" y="173862"/>
                </a:lnTo>
                <a:lnTo>
                  <a:pt x="1911535" y="181862"/>
                </a:lnTo>
                <a:lnTo>
                  <a:pt x="1736090" y="189444"/>
                </a:lnTo>
                <a:lnTo>
                  <a:pt x="1548550" y="196468"/>
                </a:lnTo>
                <a:lnTo>
                  <a:pt x="1345893" y="202794"/>
                </a:lnTo>
                <a:lnTo>
                  <a:pt x="1125093" y="208283"/>
                </a:lnTo>
                <a:lnTo>
                  <a:pt x="883127" y="212795"/>
                </a:lnTo>
                <a:lnTo>
                  <a:pt x="616972" y="216191"/>
                </a:lnTo>
                <a:lnTo>
                  <a:pt x="323605" y="218331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4B5563">
              <a:alpha val="4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DC379A-175F-4313-A62E-6F999F80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81163"/>
            <a:ext cx="95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FBF7521-7613-4FFC-ADF6-88B9DEB4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2338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2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28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K. pneumoniae</a:t>
            </a:r>
            <a:r>
              <a:rPr sz="102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(56)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B3B4F3-F029-4E28-8BA2-14496D04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148513"/>
            <a:ext cx="9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C0636C3-EB96-4CAF-B4F0-01745102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73199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2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28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E. hormaechei</a:t>
            </a:r>
            <a:r>
              <a:rPr sz="102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(6)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B319250-7B47-4903-8348-7CACAD39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853363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A94E274-811E-46F2-BC53-ED04183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783431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2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28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S. marcescens</a:t>
            </a:r>
            <a:r>
              <a:rPr sz="102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(2)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172F404-4512-4B4C-8E62-0F15A88C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1772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0CE999E-8689-41A0-B1D0-D0028AD9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811053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38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E. coli</a:t>
            </a:r>
            <a:r>
              <a:rPr sz="93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(1)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2B94A14-7CF2-4BBE-8A4A-92A7B63D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4058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FE1AE38-2272-4021-97A1-CF723DC7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833913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38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P. mirabilis</a:t>
            </a:r>
            <a:r>
              <a:rPr sz="93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(1)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B384CE9-513F-4AAD-B716-3EEAE4E1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6344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323A5AB-F896-492A-943B-DCFDFD6A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856773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38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K. aerogenes</a:t>
            </a:r>
            <a:r>
              <a:rPr sz="93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(1)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410194A-A136-4C37-8FBB-42D2448C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47813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DD745DB-1DFA-44EB-BF50-E06A02AC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4313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7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7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ST11 (17)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E601EF5-5ABF-4404-9453-66569701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4688"/>
            <a:ext cx="95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E7EFDF6-4516-42D8-A567-A8E95BC4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6713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7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7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ST258 (14)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94F7ABA-9138-4FFC-89D5-E5CD6DCC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95813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F6F9A6-4D01-4883-8DD1-9DB63B75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2438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7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7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ST15 (3)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A6CC0BD-4030-4684-B440-95E9F23E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29188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38D0708-1D6C-4670-A1BD-ECE71F36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577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7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7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ST25 (3)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7645E48-AC15-40FC-9C18-E35EBFA2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62563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F2B5081-FCA7-4AD6-8606-7364457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9113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7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7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ST13 (3)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314AC3C-7FD4-4509-8753-59323088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95938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B99840E-CE2A-46B2-8814-BA39757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62451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7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7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ST307 (3)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00596A3-2328-4CC4-8F3A-3F402D38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29313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723FFC1-DE36-431E-B6C5-3E87673C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95788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7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7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 ST (3)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1B80779-7843-4EA2-97F7-E335498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2626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22EB4A1-4515-488A-9DE5-B9D32E55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19601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ST78 (1)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DB38CE9-F9FB-4165-925F-A4515A33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405563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D7569CE-83DA-4D75-80FC-16773968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38651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7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7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ST716 (2)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F1467E4-47F7-4809-B941-731B39B6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643688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59EE04F-D335-4C83-AC0F-E8312AF2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62463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7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7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ST190 (2)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5FD707F-B591-4727-8779-9569C52C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81813"/>
            <a:ext cx="95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A3CC31A-0F86-4498-92A9-9F946F3F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8627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7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7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ST66 (2)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D7960C2-C935-41D8-9490-8BE37156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1199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B27253D-2BD4-427D-9AE4-93BBA1DB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053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ST14 (1)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5D7AFF7-3A61-4459-AD02-F509B796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2628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50D7552-645F-467F-84C2-C459F0AB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9613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ST37 (1)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49D7E8E-E3AB-4850-948A-16B7F432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4056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20C5D2E-6942-430A-AC5C-94EA5C0C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33901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ST88 (1)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3BEFC82-61C6-4F14-BB50-582BECC4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5485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733B7A1-00AF-4EE2-AB39-C500E196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48188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ST147 (1)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8843C20-57FF-45E2-AA98-D5ABF554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6914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A8AD569-F9EB-4B0F-89F3-3B496B69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6247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ST218 (1)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7B45157-0C54-466C-AFC8-173520C6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343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64A5F64-C0FD-4521-8FD3-DBD73249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76763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ST273 (1)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AC7B587-DBD9-4411-BCCF-6FF3249B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9771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3B13702-5981-40C1-8625-01FA3930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91051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ST297 (1)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88C5AEB-DDBC-443A-B4AA-9EB8C8C0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1200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286BDE8-501C-4DAE-BE6B-2966C1EE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805338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ST392 (1)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4C2DFFA-08AE-48B0-AF33-738F4B56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2629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CF82A0E-9658-4381-867C-518F0461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8196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ST462 (1)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4940315-E569-4CFF-AD4A-9CC9F511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4058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2F57E60-7FDF-47AA-B9BF-DFE2E397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833913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ST525 (1)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A3226D7-F89C-4537-8DD6-5C99A9A9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5486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74BCBCE-CDF4-43D3-B1DA-0ABE9C17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848201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ST695 (1)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EBDA643-5366-4B2A-AB65-18D02B98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6915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B4ED2FB-4EED-4D0F-BAC1-F7EF0A04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862488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ST2632 (1)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E6B8833-77A0-474B-810B-C5EDFE75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8344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B469397-06A6-470E-8536-A97DF20F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87677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ST5994 (1)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E66CCCE-28EB-4984-884B-D9F2267D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9773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2798C70-12B9-4B94-A6E6-013EA25B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8910638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18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1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ST5995 (1)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0DCC61F-F2BE-41CB-AE0A-CF987B00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33575"/>
            <a:ext cx="114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3A"/>
          </a:solidFill>
          <a:ln xmlns:a="http://schemas.openxmlformats.org/drawingml/2006/main" w="0">
            <a:solidFill>
              <a:srgbClr val="0B6B3A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36F3402-6D38-401E-A528-BD27A416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955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C01-IncR (10)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20F39E8-290D-4735-AF1F-4F814970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19425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B4EA2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B7DBE36-9FB9-4264-BD82-C0766B31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762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C02-IncL/M (18)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3D83A49-D561-495E-AE3D-098C2EAF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867275"/>
            <a:ext cx="114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A7A"/>
          </a:solidFill>
          <a:ln xmlns:a="http://schemas.openxmlformats.org/drawingml/2006/main" w="0">
            <a:solidFill>
              <a:srgbClr val="7A1A7A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8C9F7E4-1F42-4336-8C5A-25E213C8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276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C03-IncFIB(Mar)/IncHI1B (11)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92BC4FE-43A1-44B7-BD58-93F58113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048375"/>
            <a:ext cx="114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00"/>
          </a:solidFill>
          <a:ln xmlns:a="http://schemas.openxmlformats.org/drawingml/2006/main" w="0">
            <a:solidFill>
              <a:srgbClr val="F28C00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7739963-CEC2-44F6-A0A0-32CF24FB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C04-IncC (10)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6BF9B00-1335-4428-A95E-6AB3F35B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7134225"/>
            <a:ext cx="114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1C"/>
          </a:solidFill>
          <a:ln xmlns:a="http://schemas.openxmlformats.org/drawingml/2006/main" w="0">
            <a:solidFill>
              <a:srgbClr val="D7191C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73EFE64-ABC4-479C-A904-F63D56E6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77819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C05-IncFII (16)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A74992F-B600-47B3-B1F6-DC2675C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79157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F96"/>
          </a:solidFill>
          <a:ln xmlns:a="http://schemas.openxmlformats.org/drawingml/2006/main" w="0">
            <a:solidFill>
              <a:srgbClr val="8B8F96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7B598A3-2390-4ED2-AD65-89B751E8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8724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8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S01-ColRNAI (1)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9C74183-7BE3-4DB9-A92B-47614A4B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02017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944C03B-BB01-4744-AC0E-9B3362AB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8953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8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S03-IncHI1A/IncHI1B (1)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86E390C-2B9E-417E-B15E-2AC9017E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809750"/>
            <a:ext cx="95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3AA090C-5499-4435-829E-0825C7D4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2933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05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blaKPC-2</a:t>
            </a:r>
            <a:r>
              <a:rPr sz="100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(26)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9030DE6-5F27-417B-A626-11D00BA7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4196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A66E699-2303-4B3F-BBD9-E9569343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45434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05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blaKPC-3</a:t>
            </a:r>
            <a:r>
              <a:rPr sz="100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(5)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2184155-CC79-422C-AEEB-8488A01C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029200"/>
            <a:ext cx="95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07CFEA2-A958-413F-97EF-E65F9B14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6153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05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blaNDM-5</a:t>
            </a:r>
            <a:r>
              <a:rPr sz="100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(26)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553861E-571B-4148-AE6B-16B07A13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7639050"/>
            <a:ext cx="9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034C000-B3F7-4FB9-90D0-BA898345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7715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05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blaNDM-1</a:t>
            </a:r>
            <a:r>
              <a:rPr sz="100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(4)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B669B7E-C716-49D8-8931-1FDE26C9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8153400"/>
            <a:ext cx="9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38A76B4-0EE3-4A1D-8F4C-96961A6F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8229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0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05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blaOXA-163</a:t>
            </a:r>
            <a:r>
              <a:rPr sz="100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(4)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C3F0847-76A0-46C5-8926-9D5F51F3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866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15F8379-7772-4AD5-8457-B2DB5C4D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86010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85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blaOXA-517-like</a:t>
            </a:r>
            <a:r>
              <a:rPr sz="88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(1)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65B725E-5FA4-4B1A-BC92-A8DE4174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889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4B6EDF0-6591-4A98-BF1E-3343914A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88296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885" b="0" i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blaOXA-439</a:t>
            </a:r>
            <a:r>
              <a:rPr sz="88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(1)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E8B979D-0FEB-470B-9115-0535B5AC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60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Backbone color key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30FB182-9C36-4AF7-89BC-7AB7DE22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82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3A"/>
          </a:solidFill>
          <a:ln xmlns:a="http://schemas.openxmlformats.org/drawingml/2006/main" w="0">
            <a:solidFill>
              <a:srgbClr val="0B6B3A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AA0A99E-C636-4740-8964-16E22E55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7821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C01-IncR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A03EC53-B5F5-46DC-8CBE-9E431865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982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B4EA2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10C1B82-72BD-48F3-B990-34416CB6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97821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C02-IncL/M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448A130-9A5C-43C3-B6C4-24260A2C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982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A7A"/>
          </a:solidFill>
          <a:ln xmlns:a="http://schemas.openxmlformats.org/drawingml/2006/main" w="0">
            <a:solidFill>
              <a:srgbClr val="7A1A7A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304AB6D-6111-4E96-B653-09D44404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97821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C03-IncFIB(Mar)/IncHI1B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640AB63-F005-4BFA-9E0F-229EF8EB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982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00"/>
          </a:solidFill>
          <a:ln xmlns:a="http://schemas.openxmlformats.org/drawingml/2006/main" w="0">
            <a:solidFill>
              <a:srgbClr val="F28C00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840352A-2FBA-4247-AB1B-0C444DB5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7821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C04-IncC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4067A39-8943-4515-88E9-48FF942A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82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1C"/>
          </a:solidFill>
          <a:ln xmlns:a="http://schemas.openxmlformats.org/drawingml/2006/main" w="0">
            <a:solidFill>
              <a:srgbClr val="D7191C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4F71C68-B127-4FE8-A360-EAE6609A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97821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C05-IncFII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75B93E35-11AD-4447-90EB-A4EB2482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982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8F96"/>
          </a:solidFill>
          <a:ln xmlns:a="http://schemas.openxmlformats.org/drawingml/2006/main" w="0">
            <a:solidFill>
              <a:srgbClr val="8B8F96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B0D3F98-A035-474B-AB73-940696B8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97821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S01-ColRNAI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84027017-1B08-48F8-BBE8-E1EB9359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982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CE877B8-0FBF-44A3-B9BC-7CC021F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97821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S03-IncHI1A/IncHI1B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C934E90-BD5F-40A1-8EF0-0C347DAF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458450"/>
            <a:ext cx="14382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4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Figure 3. Distribution of bacterial species, multilocus sequence types (STs), plasmid backbone clusters, and carbapenemase genes among carbapenemase-producing isolates.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4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Sankey diagram summarizes plasmid backbone assignments based on the final curated reference backbone collection. Among the 70 isolates analyzed, 68 carried at least one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4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carbapenemase gene. Sixty-three carbapenemase-positive isolates with an assigned plasmid backbone were included in the visualization. Four isolates carrying two carbapenemase-bearing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4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plasmids (PAD003, ZCA001, ZCU001 and ZCZ001) were expanded into two independent backbone-level flows, resulting in 67 total flows.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4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Clusters C01–C05 correspond to recurrent plasmid backbone groups, whereas S01 and S03 represent singleton plasmids. Carbapenemase-negative isolates and carbapenemase-positive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4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isolates lacking an assigned plasmid backbone were excluded from the Sankey flows.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4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94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Node counts correspond to backbone-level flows rather than unique isolates.</a:t>
            </a:r>
          </a:p>
        </p:txBody>
      </p:sp>
    </p:spTree>
    <p:extLst>
      <p:ext uri="{BB962C8B-B14F-4D97-AF65-F5344CB8AC3E}">
        <p14:creationId xmlns:p14="http://schemas.microsoft.com/office/powerpoint/2010/main" val="1356011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2026-06-28T13:47:16.9130000Z</dcterms:created>
  <dcterms:modified xsi:type="dcterms:W3CDTF">2026-06-28T13:47:16.9130000Z</dcterms:modified>
</coreProperties>
</file>