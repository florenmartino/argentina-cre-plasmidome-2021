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25662ec614e67" /><Relationship Type="http://schemas.openxmlformats.org/officeDocument/2006/relationships/extended-properties" Target="/docProps/app.xml" Id="R53949fb4e5be4e3a" /><Relationship Type="http://schemas.openxmlformats.org/officeDocument/2006/relationships/officeDocument" Target="/ppt/presentation.xml" Id="R5459d8e8124c43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396493ee14234"/>
  </p:sldMasterIdLst>
  <p:notesMasterIdLst>
    <p:notesMasterId xmlns:r="http://schemas.openxmlformats.org/officeDocument/2006/relationships" r:id="Rf44b3d95fa56460c"/>
  </p:notesMasterIdLst>
  <p:sldIdLst>
    <p:sldId xmlns:r="http://schemas.openxmlformats.org/officeDocument/2006/relationships" id="256" r:id="R24c65bbf35cc484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1eab45d5e4f99" /><Relationship Type="http://schemas.openxmlformats.org/officeDocument/2006/relationships/slideMaster" Target="/ppt/slideMasters/slideMaster1.xml" Id="R809396493ee14234" /><Relationship Type="http://schemas.openxmlformats.org/officeDocument/2006/relationships/notesMaster" Target="/ppt/notesMasters/notesMaster1.xml" Id="Rf44b3d95fa56460c" /><Relationship Type="http://schemas.openxmlformats.org/officeDocument/2006/relationships/presProps" Target="/ppt/presProps.xml" Id="R62535da183de49c0" /><Relationship Type="http://schemas.openxmlformats.org/officeDocument/2006/relationships/tableStyles" Target="/ppt/tableStyles.xml" Id="R1e68ec8c70144334" /><Relationship Type="http://schemas.openxmlformats.org/officeDocument/2006/relationships/slide" Target="/ppt/slides/slide1.xml" Id="R24c65bbf35cc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bccc9099d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1bbdac6534e72" /><Relationship Type="http://schemas.openxmlformats.org/officeDocument/2006/relationships/notesMaster" Target="/ppt/notesMasters/notesMaster1.xml" Id="R2449d6b913c5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b26a8c8ba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0fc1858404611" /><Relationship Type="http://schemas.openxmlformats.org/officeDocument/2006/relationships/slideLayout" Target="/ppt/slideLayouts/slideLayout1.xml" Id="R3788adc74256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8adc74256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fa085a71e4b8c" /><Relationship Type="http://schemas.openxmlformats.org/officeDocument/2006/relationships/notesSlide" Target="/ppt/notesSlides/notesSlide1.xml" Id="R3ef7f12a7c734a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box">
            <a:extLst xmlns:a="http://schemas.openxmlformats.org/drawingml/2006/main">
              <a:ext uri="{FF2B5EF4-FFF2-40B4-BE49-F238E27FC236}">
                <a16:creationId xmlns:a16="http://schemas.microsoft.com/office/drawing/2014/main" id="{216288DA-7BDE-430C-B940-90CB7E0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Five recurrent plasmid backbones across Argentina</a:t>
            </a:r>
          </a:p>
        </p:txBody>
      </p:sp>
      <p:sp>
        <p:nvSpPr>
          <p:cNvPr id="2" name="textbox">
            <a:extLst xmlns:a="http://schemas.openxmlformats.org/drawingml/2006/main">
              <a:ext uri="{FF2B5EF4-FFF2-40B4-BE49-F238E27FC236}">
                <a16:creationId xmlns:a16="http://schemas.microsoft.com/office/drawing/2014/main" id="{D4A77344-E272-4547-8C65-7CE1A5E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PS0007 C01-C05: closed-reference composition, host/ST diversity, and jurisdictional spread among RECAPTAR isolates.</a:t>
            </a:r>
          </a:p>
        </p:txBody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332AA0CA-148C-4198-B6BB-CE9C837E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5619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6FCFC"/>
          </a:solidFill>
          <a:ln xmlns:a="http://schemas.openxmlformats.org/drawingml/2006/main" w="12383">
            <a:solidFill>
              <a:srgbClr val="0B909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4C729567-EC29-4B0F-B1AB-CE652C5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561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5" name="textbox">
            <a:extLst xmlns:a="http://schemas.openxmlformats.org/drawingml/2006/main">
              <a:ext uri="{FF2B5EF4-FFF2-40B4-BE49-F238E27FC236}">
                <a16:creationId xmlns:a16="http://schemas.microsoft.com/office/drawing/2014/main" id="{0B956F69-AF2F-4533-90B3-4DC9720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A6B4"/>
                </a:solidFill>
                <a:latin typeface="Arial"/>
                <a:ea typeface="Arial"/>
                <a:cs typeface="Arial"/>
              </a:rPr>
              <a:t>C01</a:t>
            </a:r>
          </a:p>
        </p:txBody>
      </p:sp>
      <p:sp>
        <p:nvSpPr>
          <p:cNvPr id="6" name="textbox">
            <a:extLst xmlns:a="http://schemas.openxmlformats.org/drawingml/2006/main">
              <a:ext uri="{FF2B5EF4-FFF2-40B4-BE49-F238E27FC236}">
                <a16:creationId xmlns:a16="http://schemas.microsoft.com/office/drawing/2014/main" id="{EF28D74F-7B6F-4615-9EFD-FB18B9DC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95375"/>
            <a:ext cx="460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IncR</a:t>
            </a:r>
          </a:p>
        </p:txBody>
      </p:sp>
      <p:sp>
        <p:nvSpPr>
          <p:cNvPr id="7" name="textbox">
            <a:extLst xmlns:a="http://schemas.openxmlformats.org/drawingml/2006/main">
              <a:ext uri="{FF2B5EF4-FFF2-40B4-BE49-F238E27FC236}">
                <a16:creationId xmlns:a16="http://schemas.microsoft.com/office/drawing/2014/main" id="{B1EA7CDE-41D9-465D-B62D-BBBAA287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23975"/>
            <a:ext cx="4600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pZDA002_73</a:t>
            </a:r>
          </a:p>
        </p:txBody>
      </p:sp>
      <p:sp>
        <p:nvSpPr>
          <p:cNvPr id="8" name="textbox">
            <a:extLst xmlns:a="http://schemas.openxmlformats.org/drawingml/2006/main">
              <a:ext uri="{FF2B5EF4-FFF2-40B4-BE49-F238E27FC236}">
                <a16:creationId xmlns:a16="http://schemas.microsoft.com/office/drawing/2014/main" id="{DE1E2A1A-4DD2-43DE-B68D-F5111699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KPC-2</a:t>
            </a:r>
          </a:p>
        </p:txBody>
      </p:sp>
      <p:sp>
        <p:nvSpPr>
          <p:cNvPr id="9" name="textbox">
            <a:extLst xmlns:a="http://schemas.openxmlformats.org/drawingml/2006/main">
              <a:ext uri="{FF2B5EF4-FFF2-40B4-BE49-F238E27FC236}">
                <a16:creationId xmlns:a16="http://schemas.microsoft.com/office/drawing/2014/main" id="{6F66A420-40AD-46FE-A2AA-52EA27C8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533" y="1504950"/>
            <a:ext cx="24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 / </a:t>
            </a:r>
          </a:p>
        </p:txBody>
      </p:sp>
      <p:sp>
        <p:nvSpPr>
          <p:cNvPr id="10" name="textbox">
            <a:extLst xmlns:a="http://schemas.openxmlformats.org/drawingml/2006/main">
              <a:ext uri="{FF2B5EF4-FFF2-40B4-BE49-F238E27FC236}">
                <a16:creationId xmlns:a16="http://schemas.microsoft.com/office/drawing/2014/main" id="{DDF687FD-5FF9-4016-9364-2E2757EF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83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KPC-3</a:t>
            </a:r>
          </a:p>
        </p:txBody>
      </p:sp>
      <p:sp>
        <p:nvSpPr>
          <p:cNvPr id="11" name="textbox">
            <a:extLst xmlns:a="http://schemas.openxmlformats.org/drawingml/2006/main">
              <a:ext uri="{FF2B5EF4-FFF2-40B4-BE49-F238E27FC236}">
                <a16:creationId xmlns:a16="http://schemas.microsoft.com/office/drawing/2014/main" id="{9957865B-C2FE-4A16-AF3F-9FFF632F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16" y="1504950"/>
            <a:ext cx="24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 / </a:t>
            </a:r>
          </a:p>
        </p:txBody>
      </p:sp>
      <p:sp>
        <p:nvSpPr>
          <p:cNvPr id="12" name="textbox">
            <a:extLst xmlns:a="http://schemas.openxmlformats.org/drawingml/2006/main">
              <a:ext uri="{FF2B5EF4-FFF2-40B4-BE49-F238E27FC236}">
                <a16:creationId xmlns:a16="http://schemas.microsoft.com/office/drawing/2014/main" id="{9DF1A49A-9B91-4644-BBE0-0C191198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966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NDM-5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7CEFAA88-379C-43F9-93A0-652FDEB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4" name="textbox">
            <a:extLst xmlns:a="http://schemas.openxmlformats.org/drawingml/2006/main">
              <a:ext uri="{FF2B5EF4-FFF2-40B4-BE49-F238E27FC236}">
                <a16:creationId xmlns:a16="http://schemas.microsoft.com/office/drawing/2014/main" id="{AF4257A5-9EEC-41B2-802A-D0F57B5A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textbox">
            <a:extLst xmlns:a="http://schemas.openxmlformats.org/drawingml/2006/main">
              <a:ext uri="{FF2B5EF4-FFF2-40B4-BE49-F238E27FC236}">
                <a16:creationId xmlns:a16="http://schemas.microsoft.com/office/drawing/2014/main" id="{E72588FA-928C-480C-9504-F0D0374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isolates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37594100-24D2-4E9F-AD6A-1173D52C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7" name="textbox">
            <a:extLst xmlns:a="http://schemas.openxmlformats.org/drawingml/2006/main">
              <a:ext uri="{FF2B5EF4-FFF2-40B4-BE49-F238E27FC236}">
                <a16:creationId xmlns:a16="http://schemas.microsoft.com/office/drawing/2014/main" id="{BFD8A76E-B7B6-43B0-B101-6C51211A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">
            <a:extLst xmlns:a="http://schemas.openxmlformats.org/drawingml/2006/main">
              <a:ext uri="{FF2B5EF4-FFF2-40B4-BE49-F238E27FC236}">
                <a16:creationId xmlns:a16="http://schemas.microsoft.com/office/drawing/2014/main" id="{8DFD3533-8AE6-450D-BF30-F4B551C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E095BF1C-254F-420B-9253-6A636B3E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0" name="textbox">
            <a:extLst xmlns:a="http://schemas.openxmlformats.org/drawingml/2006/main">
              <a:ext uri="{FF2B5EF4-FFF2-40B4-BE49-F238E27FC236}">
                <a16:creationId xmlns:a16="http://schemas.microsoft.com/office/drawing/2014/main" id="{6693D6A8-BB85-4556-8F3B-0CDBD9F1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">
            <a:extLst xmlns:a="http://schemas.openxmlformats.org/drawingml/2006/main">
              <a:ext uri="{FF2B5EF4-FFF2-40B4-BE49-F238E27FC236}">
                <a16:creationId xmlns:a16="http://schemas.microsoft.com/office/drawing/2014/main" id="{3F003607-F292-4B52-8E25-AABA01DB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6F7053DD-029B-4AC3-B6B1-34F8F94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3" name="textbox">
            <a:extLst xmlns:a="http://schemas.openxmlformats.org/drawingml/2006/main">
              <a:ext uri="{FF2B5EF4-FFF2-40B4-BE49-F238E27FC236}">
                <a16:creationId xmlns:a16="http://schemas.microsoft.com/office/drawing/2014/main" id="{7047A8F3-43A1-44ED-95CA-F5953240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textbox">
            <a:extLst xmlns:a="http://schemas.openxmlformats.org/drawingml/2006/main">
              <a:ext uri="{FF2B5EF4-FFF2-40B4-BE49-F238E27FC236}">
                <a16:creationId xmlns:a16="http://schemas.microsoft.com/office/drawing/2014/main" id="{39C105E6-4629-4016-B6E6-5A36D97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jurisd.</a:t>
            </a:r>
          </a:p>
        </p:txBody>
      </p:sp>
      <p:sp>
        <p:nvSpPr>
          <p:cNvPr id="25" name="textbox">
            <a:extLst xmlns:a="http://schemas.openxmlformats.org/drawingml/2006/main">
              <a:ext uri="{FF2B5EF4-FFF2-40B4-BE49-F238E27FC236}">
                <a16:creationId xmlns:a16="http://schemas.microsoft.com/office/drawing/2014/main" id="{4F583269-EE87-4ECA-ABE7-DBBE2B67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 plasmids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523B0B78-EEC1-4B6B-B095-19A3D07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5991"/>
            <a:ext cx="-722893" cy="-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6C1CE"/>
            </a:solidFill>
            <a:prstDash val="solid"/>
          </a:ln>
        </p:spPr>
      </p:sp>
      <p:sp>
        <p:nvSpPr>
          <p:cNvPr id="27" name="circle">
            <a:extLst xmlns:a="http://schemas.openxmlformats.org/drawingml/2006/main">
              <a:ext uri="{FF2B5EF4-FFF2-40B4-BE49-F238E27FC236}">
                <a16:creationId xmlns:a16="http://schemas.microsoft.com/office/drawing/2014/main" id="{5C160701-A4E9-426F-8509-32208FA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74" y="2734146"/>
            <a:ext cx="222316" cy="222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4DB"/>
          </a:solidFill>
          <a:ln xmlns:a="http://schemas.openxmlformats.org/drawingml/2006/main" w="15240">
            <a:solidFill>
              <a:srgbClr val="00A6B4"/>
            </a:solidFill>
            <a:prstDash val="solid"/>
          </a:ln>
        </p:spPr>
      </p:sp>
      <p:sp>
        <p:nvSpPr>
          <p:cNvPr id="28" name="textbox">
            <a:extLst xmlns:a="http://schemas.openxmlformats.org/drawingml/2006/main">
              <a:ext uri="{FF2B5EF4-FFF2-40B4-BE49-F238E27FC236}">
                <a16:creationId xmlns:a16="http://schemas.microsoft.com/office/drawing/2014/main" id="{EB03350D-0379-49BA-AEBA-FA782AC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32" y="2965988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pPAD003_131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6F8F25FF-458B-4B5D-82FA-2F81D518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5991"/>
            <a:ext cx="446773" cy="-342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6C1CE"/>
            </a:solidFill>
            <a:prstDash val="solid"/>
          </a:ln>
        </p:spPr>
      </p:sp>
      <p:sp>
        <p:nvSpPr>
          <p:cNvPr id="30" name="circle">
            <a:extLst xmlns:a="http://schemas.openxmlformats.org/drawingml/2006/main">
              <a:ext uri="{FF2B5EF4-FFF2-40B4-BE49-F238E27FC236}">
                <a16:creationId xmlns:a16="http://schemas.microsoft.com/office/drawing/2014/main" id="{1561A265-1F57-42B3-9735-0709A5DA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14" y="2520065"/>
            <a:ext cx="227568" cy="227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4DB"/>
          </a:solidFill>
          <a:ln xmlns:a="http://schemas.openxmlformats.org/drawingml/2006/main" w="15240">
            <a:solidFill>
              <a:srgbClr val="00A6B4"/>
            </a:solidFill>
            <a:prstDash val="solid"/>
          </a:ln>
        </p:spPr>
      </p:sp>
      <p:sp>
        <p:nvSpPr>
          <p:cNvPr id="31" name="textbox">
            <a:extLst xmlns:a="http://schemas.openxmlformats.org/drawingml/2006/main">
              <a:ext uri="{FF2B5EF4-FFF2-40B4-BE49-F238E27FC236}">
                <a16:creationId xmlns:a16="http://schemas.microsoft.com/office/drawing/2014/main" id="{06478B0D-67C9-40D4-9B6D-9C65AA96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98" y="2757159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pZAC001_148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4AA3EAB5-6EF4-4286-883E-D53360C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5991"/>
            <a:ext cx="446773" cy="342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6C1CE"/>
            </a:solidFill>
            <a:prstDash val="solid"/>
          </a:ln>
        </p:spPr>
      </p:sp>
      <p:sp>
        <p:nvSpPr>
          <p:cNvPr id="33" name="circle">
            <a:extLst xmlns:a="http://schemas.openxmlformats.org/drawingml/2006/main">
              <a:ext uri="{FF2B5EF4-FFF2-40B4-BE49-F238E27FC236}">
                <a16:creationId xmlns:a16="http://schemas.microsoft.com/office/drawing/2014/main" id="{51400ACA-86A7-4593-AA07-7C8009D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835" y="3221670"/>
            <a:ext cx="192925" cy="19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4DB"/>
          </a:solidFill>
          <a:ln xmlns:a="http://schemas.openxmlformats.org/drawingml/2006/main" w="15240">
            <a:solidFill>
              <a:srgbClr val="00A6B4"/>
            </a:solidFill>
            <a:prstDash val="solid"/>
          </a:ln>
        </p:spPr>
      </p:sp>
      <p:sp>
        <p:nvSpPr>
          <p:cNvPr id="34" name="textbox">
            <a:extLst xmlns:a="http://schemas.openxmlformats.org/drawingml/2006/main">
              <a:ext uri="{FF2B5EF4-FFF2-40B4-BE49-F238E27FC236}">
                <a16:creationId xmlns:a16="http://schemas.microsoft.com/office/drawing/2014/main" id="{E12BEEE5-7197-4B5A-BA27-F342BB47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98" y="342412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pZEI002_55</a:t>
            </a:r>
          </a:p>
        </p:txBody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F350A354-8CD4-4D97-9E37-704791F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5991"/>
            <a:ext cx="-722893" cy="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96C9D5"/>
            </a:solidFill>
            <a:prstDash val="solid"/>
          </a:ln>
        </p:spPr>
      </p:sp>
      <p:sp>
        <p:nvSpPr>
          <p:cNvPr id="36" name="circle">
            <a:extLst xmlns:a="http://schemas.openxmlformats.org/drawingml/2006/main">
              <a:ext uri="{FF2B5EF4-FFF2-40B4-BE49-F238E27FC236}">
                <a16:creationId xmlns:a16="http://schemas.microsoft.com/office/drawing/2014/main" id="{1E7F31A1-D4FA-4FBD-A2C4-6EBA90BC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01" y="3004846"/>
            <a:ext cx="203662" cy="203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F3F5"/>
          </a:solidFill>
          <a:ln xmlns:a="http://schemas.openxmlformats.org/drawingml/2006/main" w="9525">
            <a:solidFill>
              <a:srgbClr val="73CED6"/>
            </a:solidFill>
            <a:prstDash val="solid"/>
          </a:ln>
        </p:spPr>
      </p:sp>
      <p:sp>
        <p:nvSpPr>
          <p:cNvPr id="37" name="textbox">
            <a:extLst xmlns:a="http://schemas.openxmlformats.org/drawingml/2006/main">
              <a:ext uri="{FF2B5EF4-FFF2-40B4-BE49-F238E27FC236}">
                <a16:creationId xmlns:a16="http://schemas.microsoft.com/office/drawing/2014/main" id="{7B09EEDF-3E9B-44DF-A6EF-5AFA3FC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32" y="3218034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pM27284_79</a:t>
            </a:r>
          </a:p>
        </p:txBody>
      </p:sp>
      <p:sp>
        <p:nvSpPr>
          <p:cNvPr id="38" name="circle">
            <a:extLst xmlns:a="http://schemas.openxmlformats.org/drawingml/2006/main">
              <a:ext uri="{FF2B5EF4-FFF2-40B4-BE49-F238E27FC236}">
                <a16:creationId xmlns:a16="http://schemas.microsoft.com/office/drawing/2014/main" id="{AAE89636-23F3-410A-8141-226E210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660" y="2829126"/>
            <a:ext cx="293731" cy="293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20955">
            <a:solidFill>
              <a:srgbClr val="111827"/>
            </a:solidFill>
            <a:prstDash val="solid"/>
          </a:ln>
        </p:spPr>
      </p:sp>
      <p:sp>
        <p:nvSpPr>
          <p:cNvPr id="39" name="textbox">
            <a:extLst xmlns:a="http://schemas.openxmlformats.org/drawingml/2006/main">
              <a:ext uri="{FF2B5EF4-FFF2-40B4-BE49-F238E27FC236}">
                <a16:creationId xmlns:a16="http://schemas.microsoft.com/office/drawing/2014/main" id="{736A24D6-B328-46F2-A2E4-6420676B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32381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pZDA002_73</a:t>
            </a:r>
          </a:p>
        </p:txBody>
      </p:sp>
      <p:sp>
        <p:nvSpPr>
          <p:cNvPr id="40" name="textbox">
            <a:extLst xmlns:a="http://schemas.openxmlformats.org/drawingml/2006/main">
              <a:ext uri="{FF2B5EF4-FFF2-40B4-BE49-F238E27FC236}">
                <a16:creationId xmlns:a16="http://schemas.microsoft.com/office/drawing/2014/main" id="{BE88AAD0-A31D-410C-8B45-5B4B111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closed refs</a:t>
            </a:r>
          </a:p>
        </p:txBody>
      </p:sp>
      <p:sp>
        <p:nvSpPr>
          <p:cNvPr id="41" name="textbox">
            <a:extLst xmlns:a="http://schemas.openxmlformats.org/drawingml/2006/main">
              <a:ext uri="{FF2B5EF4-FFF2-40B4-BE49-F238E27FC236}">
                <a16:creationId xmlns:a16="http://schemas.microsoft.com/office/drawing/2014/main" id="{C081E161-934B-4382-B27B-2A69133F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2885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AF7577D2-7DEF-44FB-BE21-CA2F85E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00300"/>
            <a:ext cx="3171825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6DE7356F-8B0A-4A6F-B9EE-8C428F0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44" name="textbox">
            <a:extLst xmlns:a="http://schemas.openxmlformats.org/drawingml/2006/main">
              <a:ext uri="{FF2B5EF4-FFF2-40B4-BE49-F238E27FC236}">
                <a16:creationId xmlns:a16="http://schemas.microsoft.com/office/drawing/2014/main" id="{70CE5A35-A852-4AE3-84B1-84B0B166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</a:p>
        </p:txBody>
      </p:sp>
      <p:sp>
        <p:nvSpPr>
          <p:cNvPr id="45" name="textbox">
            <a:extLst xmlns:a="http://schemas.openxmlformats.org/drawingml/2006/main">
              <a:ext uri="{FF2B5EF4-FFF2-40B4-BE49-F238E27FC236}">
                <a16:creationId xmlns:a16="http://schemas.microsoft.com/office/drawing/2014/main" id="{6BC469DF-CE26-4239-928A-51F22C74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n=6</a:t>
            </a:r>
          </a:p>
        </p:txBody>
      </p:sp>
      <p:sp>
        <p:nvSpPr>
          <p:cNvPr id="46" name="textbox">
            <a:extLst xmlns:a="http://schemas.openxmlformats.org/drawingml/2006/main">
              <a:ext uri="{FF2B5EF4-FFF2-40B4-BE49-F238E27FC236}">
                <a16:creationId xmlns:a16="http://schemas.microsoft.com/office/drawing/2014/main" id="{B6D17036-07D7-465A-958F-E92DE06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194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 composition</a:t>
            </a:r>
          </a:p>
        </p:txBody>
      </p:sp>
      <p:sp>
        <p:nvSpPr>
          <p:cNvPr id="47" name="textbox">
            <a:extLst xmlns:a="http://schemas.openxmlformats.org/drawingml/2006/main">
              <a:ext uri="{FF2B5EF4-FFF2-40B4-BE49-F238E27FC236}">
                <a16:creationId xmlns:a16="http://schemas.microsoft.com/office/drawing/2014/main" id="{53EE0CDF-EBC9-4F01-92A2-22B9573A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90850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ST258</a:t>
            </a:r>
          </a:p>
        </p:txBody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B690D540-88FF-4C89-9A34-E18B92C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6C2"/>
          </a:solidFill>
          <a:ln xmlns:a="http://schemas.openxmlformats.org/drawingml/2006/main" w="0">
            <a:solidFill>
              <a:srgbClr val="2EB6C2"/>
            </a:solidFill>
            <a:prstDash val="solid"/>
          </a:ln>
        </p:spPr>
      </p:sp>
      <p:sp>
        <p:nvSpPr>
          <p:cNvPr id="49" name="textbox">
            <a:extLst xmlns:a="http://schemas.openxmlformats.org/drawingml/2006/main">
              <a:ext uri="{FF2B5EF4-FFF2-40B4-BE49-F238E27FC236}">
                <a16:creationId xmlns:a16="http://schemas.microsoft.com/office/drawing/2014/main" id="{FE69E44E-EE08-425D-A934-F0847EE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textbox">
            <a:extLst xmlns:a="http://schemas.openxmlformats.org/drawingml/2006/main">
              <a:ext uri="{FF2B5EF4-FFF2-40B4-BE49-F238E27FC236}">
                <a16:creationId xmlns:a16="http://schemas.microsoft.com/office/drawing/2014/main" id="{6DE9CB14-6C23-47AA-B3D4-D8E68E1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5277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ST11</a:t>
            </a:r>
          </a:p>
        </p:txBody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3C464339-858C-4BC8-A64E-11A8A83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81350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6C2"/>
          </a:solidFill>
          <a:ln xmlns:a="http://schemas.openxmlformats.org/drawingml/2006/main" w="0">
            <a:solidFill>
              <a:srgbClr val="2EB6C2"/>
            </a:solidFill>
            <a:prstDash val="solid"/>
          </a:ln>
        </p:spPr>
      </p:sp>
      <p:sp>
        <p:nvSpPr>
          <p:cNvPr id="52" name="textbox">
            <a:extLst xmlns:a="http://schemas.openxmlformats.org/drawingml/2006/main">
              <a:ext uri="{FF2B5EF4-FFF2-40B4-BE49-F238E27FC236}">
                <a16:creationId xmlns:a16="http://schemas.microsoft.com/office/drawing/2014/main" id="{03CB99E9-D586-4EC3-91B5-B4A81CBD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432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textbox">
            <a:extLst xmlns:a="http://schemas.openxmlformats.org/drawingml/2006/main">
              <a:ext uri="{FF2B5EF4-FFF2-40B4-BE49-F238E27FC236}">
                <a16:creationId xmlns:a16="http://schemas.microsoft.com/office/drawing/2014/main" id="{5F42317D-DC79-4BA1-81D4-9AFF243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531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Jurisdictions</a:t>
            </a:r>
          </a:p>
        </p:txBody>
      </p:sp>
      <p:sp>
        <p:nvSpPr>
          <p:cNvPr id="54" name="textbox">
            <a:extLst xmlns:a="http://schemas.openxmlformats.org/drawingml/2006/main">
              <a:ext uri="{FF2B5EF4-FFF2-40B4-BE49-F238E27FC236}">
                <a16:creationId xmlns:a16="http://schemas.microsoft.com/office/drawing/2014/main" id="{6A74C87E-AF93-4A46-AFBF-EB6E7F9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CABA</a:t>
            </a:r>
          </a:p>
        </p:txBody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9B1B788E-1C23-4FF0-8A6B-A821984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43400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6C2"/>
          </a:solidFill>
          <a:ln xmlns:a="http://schemas.openxmlformats.org/drawingml/2006/main" w="0">
            <a:solidFill>
              <a:srgbClr val="2EB6C2"/>
            </a:solidFill>
            <a:prstDash val="solid"/>
          </a:ln>
        </p:spPr>
      </p:sp>
      <p:sp>
        <p:nvSpPr>
          <p:cNvPr id="56" name="textbox">
            <a:extLst xmlns:a="http://schemas.openxmlformats.org/drawingml/2006/main">
              <a:ext uri="{FF2B5EF4-FFF2-40B4-BE49-F238E27FC236}">
                <a16:creationId xmlns:a16="http://schemas.microsoft.com/office/drawing/2014/main" id="{5612A73A-E169-4426-899B-2F31CBB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05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7" name="textbox">
            <a:extLst xmlns:a="http://schemas.openxmlformats.org/drawingml/2006/main">
              <a:ext uri="{FF2B5EF4-FFF2-40B4-BE49-F238E27FC236}">
                <a16:creationId xmlns:a16="http://schemas.microsoft.com/office/drawing/2014/main" id="{25DBD164-7F7E-4980-896B-3CAB1DB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Santa Fe</a:t>
            </a:r>
          </a:p>
        </p:txBody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70368ECF-4837-4DA2-81AE-4882DA24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21145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6C2"/>
          </a:solidFill>
          <a:ln xmlns:a="http://schemas.openxmlformats.org/drawingml/2006/main" w="0">
            <a:solidFill>
              <a:srgbClr val="2EB6C2"/>
            </a:solidFill>
            <a:prstDash val="solid"/>
          </a:ln>
        </p:spPr>
      </p:sp>
      <p:sp>
        <p:nvSpPr>
          <p:cNvPr id="59" name="textbox">
            <a:extLst xmlns:a="http://schemas.openxmlformats.org/drawingml/2006/main">
              <a:ext uri="{FF2B5EF4-FFF2-40B4-BE49-F238E27FC236}">
                <a16:creationId xmlns:a16="http://schemas.microsoft.com/office/drawing/2014/main" id="{5DD07CBC-BE47-41F7-BC3E-B595E22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48861AD2-9EE2-49EA-948B-116885E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76300"/>
            <a:ext cx="5619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2383">
            <a:solidFill>
              <a:srgbClr val="9B75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D59CD1BE-3728-43B5-AFFA-84F50ED7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76300"/>
            <a:ext cx="561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422"/>
          </a:solidFill>
          <a:ln xmlns:a="http://schemas.openxmlformats.org/drawingml/2006/main" w="0">
            <a:solidFill>
              <a:srgbClr val="B88422"/>
            </a:solidFill>
            <a:prstDash val="solid"/>
          </a:ln>
        </p:spPr>
      </p:sp>
      <p:sp>
        <p:nvSpPr>
          <p:cNvPr id="62" name="textbox">
            <a:extLst xmlns:a="http://schemas.openxmlformats.org/drawingml/2006/main">
              <a:ext uri="{FF2B5EF4-FFF2-40B4-BE49-F238E27FC236}">
                <a16:creationId xmlns:a16="http://schemas.microsoft.com/office/drawing/2014/main" id="{F6B1461B-9798-43A9-A51F-3A24A3FC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0858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88422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88422"/>
                </a:solidFill>
                <a:latin typeface="Arial"/>
                <a:ea typeface="Arial"/>
                <a:cs typeface="Arial"/>
              </a:rPr>
              <a:t>C02</a:t>
            </a:r>
          </a:p>
        </p:txBody>
      </p:sp>
      <p:sp>
        <p:nvSpPr>
          <p:cNvPr id="63" name="textbox">
            <a:extLst xmlns:a="http://schemas.openxmlformats.org/drawingml/2006/main">
              <a:ext uri="{FF2B5EF4-FFF2-40B4-BE49-F238E27FC236}">
                <a16:creationId xmlns:a16="http://schemas.microsoft.com/office/drawing/2014/main" id="{9E9D8111-C6A7-44E1-BA13-EE905059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095375"/>
            <a:ext cx="460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IncL/M</a:t>
            </a:r>
          </a:p>
        </p:txBody>
      </p:sp>
      <p:sp>
        <p:nvSpPr>
          <p:cNvPr id="64" name="textbox">
            <a:extLst xmlns:a="http://schemas.openxmlformats.org/drawingml/2006/main">
              <a:ext uri="{FF2B5EF4-FFF2-40B4-BE49-F238E27FC236}">
                <a16:creationId xmlns:a16="http://schemas.microsoft.com/office/drawing/2014/main" id="{8B5EBA9E-C4AF-4914-8724-18EE20AF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323975"/>
            <a:ext cx="4600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pZCU001_77</a:t>
            </a:r>
          </a:p>
        </p:txBody>
      </p:sp>
      <p:sp>
        <p:nvSpPr>
          <p:cNvPr id="65" name="textbox">
            <a:extLst xmlns:a="http://schemas.openxmlformats.org/drawingml/2006/main">
              <a:ext uri="{FF2B5EF4-FFF2-40B4-BE49-F238E27FC236}">
                <a16:creationId xmlns:a16="http://schemas.microsoft.com/office/drawing/2014/main" id="{9806ED26-923E-4F73-9218-DEEA5FD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KPC-2</a:t>
            </a:r>
          </a:p>
        </p:txBody>
      </p:sp>
      <p:sp>
        <p:nvSpPr>
          <p:cNvPr id="66" name="textbox">
            <a:extLst xmlns:a="http://schemas.openxmlformats.org/drawingml/2006/main">
              <a:ext uri="{FF2B5EF4-FFF2-40B4-BE49-F238E27FC236}">
                <a16:creationId xmlns:a16="http://schemas.microsoft.com/office/drawing/2014/main" id="{00042ECF-1BCA-4676-9AE6-9EC7679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58" y="1504950"/>
            <a:ext cx="24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 / </a:t>
            </a:r>
          </a:p>
        </p:txBody>
      </p:sp>
      <p:sp>
        <p:nvSpPr>
          <p:cNvPr id="67" name="textbox">
            <a:extLst xmlns:a="http://schemas.openxmlformats.org/drawingml/2006/main">
              <a:ext uri="{FF2B5EF4-FFF2-40B4-BE49-F238E27FC236}">
                <a16:creationId xmlns:a16="http://schemas.microsoft.com/office/drawing/2014/main" id="{82A89F39-9246-43E6-9E37-F7CB9ED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708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KPC-3</a:t>
            </a:r>
          </a:p>
        </p:txBody>
      </p:sp>
      <p:sp>
        <p:nvSpPr>
          <p:cNvPr id="68" name="rect">
            <a:extLst xmlns:a="http://schemas.openxmlformats.org/drawingml/2006/main">
              <a:ext uri="{FF2B5EF4-FFF2-40B4-BE49-F238E27FC236}">
                <a16:creationId xmlns:a16="http://schemas.microsoft.com/office/drawing/2014/main" id="{D0D9BA96-880A-4295-9CA9-967F573E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69" name="textbox">
            <a:extLst xmlns:a="http://schemas.openxmlformats.org/drawingml/2006/main">
              <a:ext uri="{FF2B5EF4-FFF2-40B4-BE49-F238E27FC236}">
                <a16:creationId xmlns:a16="http://schemas.microsoft.com/office/drawing/2014/main" id="{E4CBF1A9-D493-4986-B74A-BE101AE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0" name="textbox">
            <a:extLst xmlns:a="http://schemas.openxmlformats.org/drawingml/2006/main">
              <a:ext uri="{FF2B5EF4-FFF2-40B4-BE49-F238E27FC236}">
                <a16:creationId xmlns:a16="http://schemas.microsoft.com/office/drawing/2014/main" id="{4E3356A2-1DE7-4292-9825-13158DBC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isolates</a:t>
            </a:r>
          </a:p>
        </p:txBody>
      </p:sp>
      <p:sp>
        <p:nvSpPr>
          <p:cNvPr id="71" name="rect">
            <a:extLst xmlns:a="http://schemas.openxmlformats.org/drawingml/2006/main">
              <a:ext uri="{FF2B5EF4-FFF2-40B4-BE49-F238E27FC236}">
                <a16:creationId xmlns:a16="http://schemas.microsoft.com/office/drawing/2014/main" id="{1BB0C9FD-6EA6-4190-8FFF-54AE64D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72" name="textbox">
            <a:extLst xmlns:a="http://schemas.openxmlformats.org/drawingml/2006/main">
              <a:ext uri="{FF2B5EF4-FFF2-40B4-BE49-F238E27FC236}">
                <a16:creationId xmlns:a16="http://schemas.microsoft.com/office/drawing/2014/main" id="{1903EE37-961B-4175-89B7-7E28D91A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textbox">
            <a:extLst xmlns:a="http://schemas.openxmlformats.org/drawingml/2006/main">
              <a:ext uri="{FF2B5EF4-FFF2-40B4-BE49-F238E27FC236}">
                <a16:creationId xmlns:a16="http://schemas.microsoft.com/office/drawing/2014/main" id="{5CC3A905-564D-4AFF-BC89-860125A1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74" name="rect">
            <a:extLst xmlns:a="http://schemas.openxmlformats.org/drawingml/2006/main">
              <a:ext uri="{FF2B5EF4-FFF2-40B4-BE49-F238E27FC236}">
                <a16:creationId xmlns:a16="http://schemas.microsoft.com/office/drawing/2014/main" id="{8F58889C-B4D1-48A1-ADE9-9B287C21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75" name="textbox">
            <a:extLst xmlns:a="http://schemas.openxmlformats.org/drawingml/2006/main">
              <a:ext uri="{FF2B5EF4-FFF2-40B4-BE49-F238E27FC236}">
                <a16:creationId xmlns:a16="http://schemas.microsoft.com/office/drawing/2014/main" id="{F95CD372-FD41-4AB8-833A-442090A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6" name="textbox">
            <a:extLst xmlns:a="http://schemas.openxmlformats.org/drawingml/2006/main">
              <a:ext uri="{FF2B5EF4-FFF2-40B4-BE49-F238E27FC236}">
                <a16:creationId xmlns:a16="http://schemas.microsoft.com/office/drawing/2014/main" id="{1B3C1587-62FF-4748-8FB3-756C8F59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77" name="rect">
            <a:extLst xmlns:a="http://schemas.openxmlformats.org/drawingml/2006/main">
              <a:ext uri="{FF2B5EF4-FFF2-40B4-BE49-F238E27FC236}">
                <a16:creationId xmlns:a16="http://schemas.microsoft.com/office/drawing/2014/main" id="{0480F1DF-7C33-4C27-8202-95D4550C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78" name="textbox">
            <a:extLst xmlns:a="http://schemas.openxmlformats.org/drawingml/2006/main">
              <a:ext uri="{FF2B5EF4-FFF2-40B4-BE49-F238E27FC236}">
                <a16:creationId xmlns:a16="http://schemas.microsoft.com/office/drawing/2014/main" id="{8F8BA5A9-526B-48C5-A2BC-B312A94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9" name="textbox">
            <a:extLst xmlns:a="http://schemas.openxmlformats.org/drawingml/2006/main">
              <a:ext uri="{FF2B5EF4-FFF2-40B4-BE49-F238E27FC236}">
                <a16:creationId xmlns:a16="http://schemas.microsoft.com/office/drawing/2014/main" id="{9DF37890-F9B3-4D7E-8322-433BC4DC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jurisd.</a:t>
            </a:r>
          </a:p>
        </p:txBody>
      </p:sp>
      <p:sp>
        <p:nvSpPr>
          <p:cNvPr id="80" name="textbox">
            <a:extLst xmlns:a="http://schemas.openxmlformats.org/drawingml/2006/main">
              <a:ext uri="{FF2B5EF4-FFF2-40B4-BE49-F238E27FC236}">
                <a16:creationId xmlns:a16="http://schemas.microsoft.com/office/drawing/2014/main" id="{D7D4CC64-FE39-4FE8-8148-B8A391E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2885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 plasmids</a:t>
            </a:r>
          </a:p>
        </p:txBody>
      </p:sp>
      <p:sp>
        <p:nvSpPr>
          <p:cNvPr id="81" name="line">
            <a:extLst xmlns:a="http://schemas.openxmlformats.org/drawingml/2006/main">
              <a:ext uri="{FF2B5EF4-FFF2-40B4-BE49-F238E27FC236}">
                <a16:creationId xmlns:a16="http://schemas.microsoft.com/office/drawing/2014/main" id="{C13EBED8-D342-4247-8998-3EE1110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5991"/>
            <a:ext cx="-722893" cy="-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3B391"/>
            </a:solidFill>
            <a:prstDash val="solid"/>
          </a:ln>
        </p:spPr>
      </p:sp>
      <p:sp>
        <p:nvSpPr>
          <p:cNvPr id="82" name="circle">
            <a:extLst xmlns:a="http://schemas.openxmlformats.org/drawingml/2006/main">
              <a:ext uri="{FF2B5EF4-FFF2-40B4-BE49-F238E27FC236}">
                <a16:creationId xmlns:a16="http://schemas.microsoft.com/office/drawing/2014/main" id="{B9765511-3ADB-4B32-85F4-49B6D8C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39" y="2743886"/>
            <a:ext cx="202836" cy="2028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C495"/>
          </a:solidFill>
          <a:ln xmlns:a="http://schemas.openxmlformats.org/drawingml/2006/main" w="15240">
            <a:solidFill>
              <a:srgbClr val="B88422"/>
            </a:solidFill>
            <a:prstDash val="solid"/>
          </a:ln>
        </p:spPr>
      </p:sp>
      <p:sp>
        <p:nvSpPr>
          <p:cNvPr id="83" name="textbox">
            <a:extLst xmlns:a="http://schemas.openxmlformats.org/drawingml/2006/main">
              <a:ext uri="{FF2B5EF4-FFF2-40B4-BE49-F238E27FC236}">
                <a16:creationId xmlns:a16="http://schemas.microsoft.com/office/drawing/2014/main" id="{03BD3869-E0FE-4331-9587-2640596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557" y="2956248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pBAR001_77</a:t>
            </a:r>
          </a:p>
        </p:txBody>
      </p:sp>
      <p:sp>
        <p:nvSpPr>
          <p:cNvPr id="84" name="line">
            <a:extLst xmlns:a="http://schemas.openxmlformats.org/drawingml/2006/main">
              <a:ext uri="{FF2B5EF4-FFF2-40B4-BE49-F238E27FC236}">
                <a16:creationId xmlns:a16="http://schemas.microsoft.com/office/drawing/2014/main" id="{88AEC397-44DE-48FC-ABB7-4D465D4F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5991"/>
            <a:ext cx="446773" cy="-342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3B391"/>
            </a:solidFill>
            <a:prstDash val="solid"/>
          </a:ln>
        </p:spPr>
      </p:sp>
      <p:sp>
        <p:nvSpPr>
          <p:cNvPr id="85" name="circle">
            <a:extLst xmlns:a="http://schemas.openxmlformats.org/drawingml/2006/main">
              <a:ext uri="{FF2B5EF4-FFF2-40B4-BE49-F238E27FC236}">
                <a16:creationId xmlns:a16="http://schemas.microsoft.com/office/drawing/2014/main" id="{823001A6-57B6-4EBC-8789-4CD2F37E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004" y="2532431"/>
            <a:ext cx="202836" cy="2028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C495"/>
          </a:solidFill>
          <a:ln xmlns:a="http://schemas.openxmlformats.org/drawingml/2006/main" w="15240">
            <a:solidFill>
              <a:srgbClr val="B88422"/>
            </a:solidFill>
            <a:prstDash val="solid"/>
          </a:ln>
        </p:spPr>
      </p:sp>
      <p:sp>
        <p:nvSpPr>
          <p:cNvPr id="86" name="textbox">
            <a:extLst xmlns:a="http://schemas.openxmlformats.org/drawingml/2006/main">
              <a:ext uri="{FF2B5EF4-FFF2-40B4-BE49-F238E27FC236}">
                <a16:creationId xmlns:a16="http://schemas.microsoft.com/office/drawing/2014/main" id="{38664196-48CB-4E2D-9B19-40E3F4C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223" y="2744793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pROS002_77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0258E6D2-5376-4566-B827-0C3E88F9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5991"/>
            <a:ext cx="446773" cy="342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3B391"/>
            </a:solidFill>
            <a:prstDash val="solid"/>
          </a:ln>
        </p:spPr>
      </p:sp>
      <p:sp>
        <p:nvSpPr>
          <p:cNvPr id="88" name="circle">
            <a:extLst xmlns:a="http://schemas.openxmlformats.org/drawingml/2006/main">
              <a:ext uri="{FF2B5EF4-FFF2-40B4-BE49-F238E27FC236}">
                <a16:creationId xmlns:a16="http://schemas.microsoft.com/office/drawing/2014/main" id="{2835C486-15D3-4497-BA92-9DAF6C1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423" y="3217133"/>
            <a:ext cx="202000" cy="20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C495"/>
          </a:solidFill>
          <a:ln xmlns:a="http://schemas.openxmlformats.org/drawingml/2006/main" w="15240">
            <a:solidFill>
              <a:srgbClr val="B88422"/>
            </a:solidFill>
            <a:prstDash val="solid"/>
          </a:ln>
        </p:spPr>
      </p:sp>
      <p:sp>
        <p:nvSpPr>
          <p:cNvPr id="89" name="textbox">
            <a:extLst xmlns:a="http://schemas.openxmlformats.org/drawingml/2006/main">
              <a:ext uri="{FF2B5EF4-FFF2-40B4-BE49-F238E27FC236}">
                <a16:creationId xmlns:a16="http://schemas.microsoft.com/office/drawing/2014/main" id="{45D11888-BF2D-4290-B07B-358AE62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223" y="3428657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pZDZ001_75</a:t>
            </a:r>
          </a:p>
        </p:txBody>
      </p:sp>
      <p:sp>
        <p:nvSpPr>
          <p:cNvPr id="90" name="line">
            <a:extLst xmlns:a="http://schemas.openxmlformats.org/drawingml/2006/main">
              <a:ext uri="{FF2B5EF4-FFF2-40B4-BE49-F238E27FC236}">
                <a16:creationId xmlns:a16="http://schemas.microsoft.com/office/drawing/2014/main" id="{352C06DE-2599-4DCD-BB28-6574E0C1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5991"/>
            <a:ext cx="-722893" cy="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0AF"/>
            </a:solidFill>
            <a:prstDash val="solid"/>
          </a:ln>
        </p:spPr>
      </p:sp>
      <p:sp>
        <p:nvSpPr>
          <p:cNvPr id="91" name="circle">
            <a:extLst xmlns:a="http://schemas.openxmlformats.org/drawingml/2006/main">
              <a:ext uri="{FF2B5EF4-FFF2-40B4-BE49-F238E27FC236}">
                <a16:creationId xmlns:a16="http://schemas.microsoft.com/office/drawing/2014/main" id="{E956B2EA-B062-4F9A-98E5-E40F842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915" y="3003836"/>
            <a:ext cx="205682" cy="205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EE0"/>
          </a:solidFill>
          <a:ln xmlns:a="http://schemas.openxmlformats.org/drawingml/2006/main" w="9525">
            <a:solidFill>
              <a:srgbClr val="D8BB85"/>
            </a:solidFill>
            <a:prstDash val="solid"/>
          </a:ln>
        </p:spPr>
      </p:sp>
      <p:sp>
        <p:nvSpPr>
          <p:cNvPr id="92" name="textbox">
            <a:extLst xmlns:a="http://schemas.openxmlformats.org/drawingml/2006/main">
              <a:ext uri="{FF2B5EF4-FFF2-40B4-BE49-F238E27FC236}">
                <a16:creationId xmlns:a16="http://schemas.microsoft.com/office/drawing/2014/main" id="{3421B474-6A98-456E-BCD8-F878A67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557" y="3219044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pM25979_84</a:t>
            </a:r>
          </a:p>
        </p:txBody>
      </p:sp>
      <p:sp>
        <p:nvSpPr>
          <p:cNvPr id="93" name="circle">
            <a:extLst xmlns:a="http://schemas.openxmlformats.org/drawingml/2006/main">
              <a:ext uri="{FF2B5EF4-FFF2-40B4-BE49-F238E27FC236}">
                <a16:creationId xmlns:a16="http://schemas.microsoft.com/office/drawing/2014/main" id="{DAA4C741-0A7E-45C7-A3E9-F88FF88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748" y="2828089"/>
            <a:ext cx="295804" cy="295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2"/>
          </a:solidFill>
          <a:ln xmlns:a="http://schemas.openxmlformats.org/drawingml/2006/main" w="20955">
            <a:solidFill>
              <a:srgbClr val="111827"/>
            </a:solidFill>
            <a:prstDash val="solid"/>
          </a:ln>
        </p:spPr>
      </p:sp>
      <p:sp>
        <p:nvSpPr>
          <p:cNvPr id="94" name="textbox">
            <a:extLst xmlns:a="http://schemas.openxmlformats.org/drawingml/2006/main">
              <a:ext uri="{FF2B5EF4-FFF2-40B4-BE49-F238E27FC236}">
                <a16:creationId xmlns:a16="http://schemas.microsoft.com/office/drawing/2014/main" id="{C8ADECC4-2661-4AE7-A59B-3EE3477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33418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pZCU001_77</a:t>
            </a:r>
          </a:p>
        </p:txBody>
      </p:sp>
      <p:sp>
        <p:nvSpPr>
          <p:cNvPr id="95" name="textbox">
            <a:extLst xmlns:a="http://schemas.openxmlformats.org/drawingml/2006/main">
              <a:ext uri="{FF2B5EF4-FFF2-40B4-BE49-F238E27FC236}">
                <a16:creationId xmlns:a16="http://schemas.microsoft.com/office/drawing/2014/main" id="{B6390749-194F-403A-A4D0-A2299405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195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closed refs</a:t>
            </a:r>
          </a:p>
        </p:txBody>
      </p:sp>
      <p:sp>
        <p:nvSpPr>
          <p:cNvPr id="96" name="textbox">
            <a:extLst xmlns:a="http://schemas.openxmlformats.org/drawingml/2006/main">
              <a:ext uri="{FF2B5EF4-FFF2-40B4-BE49-F238E27FC236}">
                <a16:creationId xmlns:a16="http://schemas.microsoft.com/office/drawing/2014/main" id="{F3362B5C-8A36-47E0-8A38-A54A4484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97" name="rect">
            <a:extLst xmlns:a="http://schemas.openxmlformats.org/drawingml/2006/main">
              <a:ext uri="{FF2B5EF4-FFF2-40B4-BE49-F238E27FC236}">
                <a16:creationId xmlns:a16="http://schemas.microsoft.com/office/drawing/2014/main" id="{0F2BE5C5-89BE-4719-BDE1-31248171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203903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98" name="rect">
            <a:extLst xmlns:a="http://schemas.openxmlformats.org/drawingml/2006/main">
              <a:ext uri="{FF2B5EF4-FFF2-40B4-BE49-F238E27FC236}">
                <a16:creationId xmlns:a16="http://schemas.microsoft.com/office/drawing/2014/main" id="{2E1A24DB-204B-48AD-BBFA-C4C71B8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680" y="2400300"/>
            <a:ext cx="67967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F4"/>
          </a:solidFill>
          <a:ln xmlns:a="http://schemas.openxmlformats.org/drawingml/2006/main" w="0">
            <a:solidFill>
              <a:srgbClr val="2A9DF4"/>
            </a:solidFill>
            <a:prstDash val="solid"/>
          </a:ln>
        </p:spPr>
      </p:sp>
      <p:sp>
        <p:nvSpPr>
          <p:cNvPr id="99" name="rect">
            <a:extLst xmlns:a="http://schemas.openxmlformats.org/drawingml/2006/main">
              <a:ext uri="{FF2B5EF4-FFF2-40B4-BE49-F238E27FC236}">
                <a16:creationId xmlns:a16="http://schemas.microsoft.com/office/drawing/2014/main" id="{E632E755-AA76-49DD-9071-3808F5C9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8357" y="2400300"/>
            <a:ext cx="4531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B7B8"/>
          </a:solidFill>
          <a:ln xmlns:a="http://schemas.openxmlformats.org/drawingml/2006/main" w="0">
            <a:solidFill>
              <a:srgbClr val="48B7B8"/>
            </a:solidFill>
            <a:prstDash val="solid"/>
          </a:ln>
        </p:spPr>
      </p:sp>
      <p:sp>
        <p:nvSpPr>
          <p:cNvPr id="100" name="rect">
            <a:extLst xmlns:a="http://schemas.openxmlformats.org/drawingml/2006/main">
              <a:ext uri="{FF2B5EF4-FFF2-40B4-BE49-F238E27FC236}">
                <a16:creationId xmlns:a16="http://schemas.microsoft.com/office/drawing/2014/main" id="{705898E8-7375-4493-A016-E7EA553C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101" name="textbox">
            <a:extLst xmlns:a="http://schemas.openxmlformats.org/drawingml/2006/main">
              <a:ext uri="{FF2B5EF4-FFF2-40B4-BE49-F238E27FC236}">
                <a16:creationId xmlns:a16="http://schemas.microsoft.com/office/drawing/2014/main" id="{C23100FD-940F-46FC-A565-26ED43B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</a:p>
        </p:txBody>
      </p:sp>
      <p:sp>
        <p:nvSpPr>
          <p:cNvPr id="102" name="textbox">
            <a:extLst xmlns:a="http://schemas.openxmlformats.org/drawingml/2006/main">
              <a:ext uri="{FF2B5EF4-FFF2-40B4-BE49-F238E27FC236}">
                <a16:creationId xmlns:a16="http://schemas.microsoft.com/office/drawing/2014/main" id="{438B729A-FD38-4466-90DD-EA7E85C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n=9</a:t>
            </a:r>
          </a:p>
        </p:txBody>
      </p:sp>
      <p:sp>
        <p:nvSpPr>
          <p:cNvPr id="103" name="rect">
            <a:extLst xmlns:a="http://schemas.openxmlformats.org/drawingml/2006/main">
              <a:ext uri="{FF2B5EF4-FFF2-40B4-BE49-F238E27FC236}">
                <a16:creationId xmlns:a16="http://schemas.microsoft.com/office/drawing/2014/main" id="{7B8E41BC-8AD4-4BED-A627-20EF8B1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9DF4"/>
          </a:solidFill>
          <a:ln xmlns:a="http://schemas.openxmlformats.org/drawingml/2006/main" w="0">
            <a:solidFill>
              <a:srgbClr val="2A9DF4"/>
            </a:solidFill>
            <a:prstDash val="solid"/>
          </a:ln>
        </p:spPr>
      </p:sp>
      <p:sp>
        <p:nvSpPr>
          <p:cNvPr id="104" name="textbox">
            <a:extLst xmlns:a="http://schemas.openxmlformats.org/drawingml/2006/main">
              <a:ext uri="{FF2B5EF4-FFF2-40B4-BE49-F238E27FC236}">
                <a16:creationId xmlns:a16="http://schemas.microsoft.com/office/drawing/2014/main" id="{2E2E83A5-ADBD-40A0-A535-6338798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E. hormaechei</a:t>
            </a:r>
          </a:p>
        </p:txBody>
      </p:sp>
      <p:sp>
        <p:nvSpPr>
          <p:cNvPr id="105" name="textbox">
            <a:extLst xmlns:a="http://schemas.openxmlformats.org/drawingml/2006/main">
              <a:ext uri="{FF2B5EF4-FFF2-40B4-BE49-F238E27FC236}">
                <a16:creationId xmlns:a16="http://schemas.microsoft.com/office/drawing/2014/main" id="{FD4BBA03-8F0F-4917-9BDC-95FEB341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n=3</a:t>
            </a:r>
          </a:p>
        </p:txBody>
      </p:sp>
      <p:sp>
        <p:nvSpPr>
          <p:cNvPr id="106" name="rect">
            <a:extLst xmlns:a="http://schemas.openxmlformats.org/drawingml/2006/main">
              <a:ext uri="{FF2B5EF4-FFF2-40B4-BE49-F238E27FC236}">
                <a16:creationId xmlns:a16="http://schemas.microsoft.com/office/drawing/2014/main" id="{84F59E79-F960-484B-8F6D-DD26C5D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B7B8"/>
          </a:solidFill>
          <a:ln xmlns:a="http://schemas.openxmlformats.org/drawingml/2006/main" w="0">
            <a:solidFill>
              <a:srgbClr val="48B7B8"/>
            </a:solidFill>
            <a:prstDash val="solid"/>
          </a:ln>
        </p:spPr>
      </p:sp>
      <p:sp>
        <p:nvSpPr>
          <p:cNvPr id="107" name="textbox">
            <a:extLst xmlns:a="http://schemas.openxmlformats.org/drawingml/2006/main">
              <a:ext uri="{FF2B5EF4-FFF2-40B4-BE49-F238E27FC236}">
                <a16:creationId xmlns:a16="http://schemas.microsoft.com/office/drawing/2014/main" id="{CBA45542-27FC-42F4-AF36-5A1FC460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 marcescens</a:t>
            </a:r>
          </a:p>
        </p:txBody>
      </p:sp>
      <p:sp>
        <p:nvSpPr>
          <p:cNvPr id="108" name="textbox">
            <a:extLst xmlns:a="http://schemas.openxmlformats.org/drawingml/2006/main">
              <a:ext uri="{FF2B5EF4-FFF2-40B4-BE49-F238E27FC236}">
                <a16:creationId xmlns:a16="http://schemas.microsoft.com/office/drawing/2014/main" id="{A4FAB7E9-36F0-4B8B-A17D-FCE1077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n=2</a:t>
            </a:r>
          </a:p>
        </p:txBody>
      </p:sp>
      <p:sp>
        <p:nvSpPr>
          <p:cNvPr id="109" name="textbox">
            <a:extLst xmlns:a="http://schemas.openxmlformats.org/drawingml/2006/main">
              <a:ext uri="{FF2B5EF4-FFF2-40B4-BE49-F238E27FC236}">
                <a16:creationId xmlns:a16="http://schemas.microsoft.com/office/drawing/2014/main" id="{ED221EB2-5580-47FA-AA7A-0DA9ED5D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194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 composition</a:t>
            </a:r>
          </a:p>
        </p:txBody>
      </p:sp>
      <p:sp>
        <p:nvSpPr>
          <p:cNvPr id="110" name="textbox">
            <a:extLst xmlns:a="http://schemas.openxmlformats.org/drawingml/2006/main">
              <a:ext uri="{FF2B5EF4-FFF2-40B4-BE49-F238E27FC236}">
                <a16:creationId xmlns:a16="http://schemas.microsoft.com/office/drawing/2014/main" id="{E26422D9-3397-459F-968D-E1AE3648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ST190</a:t>
            </a:r>
          </a:p>
        </p:txBody>
      </p:sp>
      <p:sp>
        <p:nvSpPr>
          <p:cNvPr id="111" name="rect">
            <a:extLst xmlns:a="http://schemas.openxmlformats.org/drawingml/2006/main">
              <a:ext uri="{FF2B5EF4-FFF2-40B4-BE49-F238E27FC236}">
                <a16:creationId xmlns:a16="http://schemas.microsoft.com/office/drawing/2014/main" id="{35FFFB17-4891-4C21-9A2D-B39F456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19425"/>
            <a:ext cx="91059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12" name="textbox">
            <a:extLst xmlns:a="http://schemas.openxmlformats.org/drawingml/2006/main">
              <a:ext uri="{FF2B5EF4-FFF2-40B4-BE49-F238E27FC236}">
                <a16:creationId xmlns:a16="http://schemas.microsoft.com/office/drawing/2014/main" id="{822A63B9-D3D6-4938-B469-BE71C46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29813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textbox">
            <a:extLst xmlns:a="http://schemas.openxmlformats.org/drawingml/2006/main">
              <a:ext uri="{FF2B5EF4-FFF2-40B4-BE49-F238E27FC236}">
                <a16:creationId xmlns:a16="http://schemas.microsoft.com/office/drawing/2014/main" id="{439F8FB2-997D-4276-98FF-CDB33D0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15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untyped</a:t>
            </a:r>
          </a:p>
        </p:txBody>
      </p:sp>
      <p:sp>
        <p:nvSpPr>
          <p:cNvPr id="114" name="rect">
            <a:extLst xmlns:a="http://schemas.openxmlformats.org/drawingml/2006/main">
              <a:ext uri="{FF2B5EF4-FFF2-40B4-BE49-F238E27FC236}">
                <a16:creationId xmlns:a16="http://schemas.microsoft.com/office/drawing/2014/main" id="{22763BCF-39B3-4B1E-842E-DF95A46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40075"/>
            <a:ext cx="91059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15" name="textbox">
            <a:extLst xmlns:a="http://schemas.openxmlformats.org/drawingml/2006/main">
              <a:ext uri="{FF2B5EF4-FFF2-40B4-BE49-F238E27FC236}">
                <a16:creationId xmlns:a16="http://schemas.microsoft.com/office/drawing/2014/main" id="{4AFB88FA-EE1E-4681-A4D1-CEEC337D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31019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6" name="textbox">
            <a:extLst xmlns:a="http://schemas.openxmlformats.org/drawingml/2006/main">
              <a:ext uri="{FF2B5EF4-FFF2-40B4-BE49-F238E27FC236}">
                <a16:creationId xmlns:a16="http://schemas.microsoft.com/office/drawing/2014/main" id="{D2DD1473-1C35-4048-B366-5038A3F0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21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ST716</a:t>
            </a:r>
          </a:p>
        </p:txBody>
      </p:sp>
      <p:sp>
        <p:nvSpPr>
          <p:cNvPr id="117" name="rect">
            <a:extLst xmlns:a="http://schemas.openxmlformats.org/drawingml/2006/main">
              <a:ext uri="{FF2B5EF4-FFF2-40B4-BE49-F238E27FC236}">
                <a16:creationId xmlns:a16="http://schemas.microsoft.com/office/drawing/2014/main" id="{0AC2820F-3F1B-4E44-A6E8-4A66922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60725"/>
            <a:ext cx="91059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18" name="textbox">
            <a:extLst xmlns:a="http://schemas.openxmlformats.org/drawingml/2006/main">
              <a:ext uri="{FF2B5EF4-FFF2-40B4-BE49-F238E27FC236}">
                <a16:creationId xmlns:a16="http://schemas.microsoft.com/office/drawing/2014/main" id="{1B6D70D0-E1BF-49F9-BC22-EA877A7C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32226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9" name="textbox">
            <a:extLst xmlns:a="http://schemas.openxmlformats.org/drawingml/2006/main">
              <a:ext uri="{FF2B5EF4-FFF2-40B4-BE49-F238E27FC236}">
                <a16:creationId xmlns:a16="http://schemas.microsoft.com/office/drawing/2014/main" id="{63A27E36-8F0F-4843-97C7-14D369F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ST15</a:t>
            </a:r>
          </a:p>
        </p:txBody>
      </p:sp>
      <p:sp>
        <p:nvSpPr>
          <p:cNvPr id="120" name="rect">
            <a:extLst xmlns:a="http://schemas.openxmlformats.org/drawingml/2006/main">
              <a:ext uri="{FF2B5EF4-FFF2-40B4-BE49-F238E27FC236}">
                <a16:creationId xmlns:a16="http://schemas.microsoft.com/office/drawing/2014/main" id="{388CF377-C392-404B-82B2-C0FE1D13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81375"/>
            <a:ext cx="91059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21" name="textbox">
            <a:extLst xmlns:a="http://schemas.openxmlformats.org/drawingml/2006/main">
              <a:ext uri="{FF2B5EF4-FFF2-40B4-BE49-F238E27FC236}">
                <a16:creationId xmlns:a16="http://schemas.microsoft.com/office/drawing/2014/main" id="{CE175364-88E1-454C-B6FA-8AF83B1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33432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2" name="textbox">
            <a:extLst xmlns:a="http://schemas.openxmlformats.org/drawingml/2006/main">
              <a:ext uri="{FF2B5EF4-FFF2-40B4-BE49-F238E27FC236}">
                <a16:creationId xmlns:a16="http://schemas.microsoft.com/office/drawing/2014/main" id="{D9D54351-3BC2-4952-9CE4-96A9035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34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ST13</a:t>
            </a:r>
          </a:p>
        </p:txBody>
      </p:sp>
      <p:sp>
        <p:nvSpPr>
          <p:cNvPr id="123" name="rect">
            <a:extLst xmlns:a="http://schemas.openxmlformats.org/drawingml/2006/main">
              <a:ext uri="{FF2B5EF4-FFF2-40B4-BE49-F238E27FC236}">
                <a16:creationId xmlns:a16="http://schemas.microsoft.com/office/drawing/2014/main" id="{9AC074A1-424F-497A-B142-DF8BAF0A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02025"/>
            <a:ext cx="45529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24" name="textbox">
            <a:extLst xmlns:a="http://schemas.openxmlformats.org/drawingml/2006/main">
              <a:ext uri="{FF2B5EF4-FFF2-40B4-BE49-F238E27FC236}">
                <a16:creationId xmlns:a16="http://schemas.microsoft.com/office/drawing/2014/main" id="{9AB4F56B-7F36-48CD-86D4-4B61EB3B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34639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5" name="textbox">
            <a:extLst xmlns:a="http://schemas.openxmlformats.org/drawingml/2006/main">
              <a:ext uri="{FF2B5EF4-FFF2-40B4-BE49-F238E27FC236}">
                <a16:creationId xmlns:a16="http://schemas.microsoft.com/office/drawing/2014/main" id="{F2A2713E-C7B4-49D6-8D19-D299007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941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126" name="rect">
            <a:extLst xmlns:a="http://schemas.openxmlformats.org/drawingml/2006/main">
              <a:ext uri="{FF2B5EF4-FFF2-40B4-BE49-F238E27FC236}">
                <a16:creationId xmlns:a16="http://schemas.microsoft.com/office/drawing/2014/main" id="{7FD10B14-EED5-4941-B0D9-6FB4595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2267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27" name="textbox">
            <a:extLst xmlns:a="http://schemas.openxmlformats.org/drawingml/2006/main">
              <a:ext uri="{FF2B5EF4-FFF2-40B4-BE49-F238E27FC236}">
                <a16:creationId xmlns:a16="http://schemas.microsoft.com/office/drawing/2014/main" id="{C800DF26-35AB-4866-BCD9-7FEF7274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5845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8" name="textbox">
            <a:extLst xmlns:a="http://schemas.openxmlformats.org/drawingml/2006/main">
              <a:ext uri="{FF2B5EF4-FFF2-40B4-BE49-F238E27FC236}">
                <a16:creationId xmlns:a16="http://schemas.microsoft.com/office/drawing/2014/main" id="{FE0DCB08-9CF9-4D97-904A-44A86B56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43375"/>
            <a:ext cx="531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Jurisdictions</a:t>
            </a:r>
          </a:p>
        </p:txBody>
      </p:sp>
      <p:sp>
        <p:nvSpPr>
          <p:cNvPr id="129" name="textbox">
            <a:extLst xmlns:a="http://schemas.openxmlformats.org/drawingml/2006/main">
              <a:ext uri="{FF2B5EF4-FFF2-40B4-BE49-F238E27FC236}">
                <a16:creationId xmlns:a16="http://schemas.microsoft.com/office/drawing/2014/main" id="{AD2A6852-9F77-470E-9529-61E5B0C4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1482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Santa Fe</a:t>
            </a:r>
          </a:p>
        </p:txBody>
      </p:sp>
      <p:sp>
        <p:nvSpPr>
          <p:cNvPr id="130" name="rect">
            <a:extLst xmlns:a="http://schemas.openxmlformats.org/drawingml/2006/main">
              <a:ext uri="{FF2B5EF4-FFF2-40B4-BE49-F238E27FC236}">
                <a16:creationId xmlns:a16="http://schemas.microsoft.com/office/drawing/2014/main" id="{78FA7BEB-7170-4F70-A297-4E4CA052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31" name="textbox">
            <a:extLst xmlns:a="http://schemas.openxmlformats.org/drawingml/2006/main">
              <a:ext uri="{FF2B5EF4-FFF2-40B4-BE49-F238E27FC236}">
                <a16:creationId xmlns:a16="http://schemas.microsoft.com/office/drawing/2014/main" id="{31E1FB44-CC3A-4712-80AA-0280B1D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30530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2" name="textbox">
            <a:extLst xmlns:a="http://schemas.openxmlformats.org/drawingml/2006/main">
              <a:ext uri="{FF2B5EF4-FFF2-40B4-BE49-F238E27FC236}">
                <a16:creationId xmlns:a16="http://schemas.microsoft.com/office/drawing/2014/main" id="{8E1EB034-F39A-42DE-B1CE-33C18371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595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Salta</a:t>
            </a:r>
          </a:p>
        </p:txBody>
      </p:sp>
      <p:sp>
        <p:nvSpPr>
          <p:cNvPr id="133" name="rect">
            <a:extLst xmlns:a="http://schemas.openxmlformats.org/drawingml/2006/main">
              <a:ext uri="{FF2B5EF4-FFF2-40B4-BE49-F238E27FC236}">
                <a16:creationId xmlns:a16="http://schemas.microsoft.com/office/drawing/2014/main" id="{8CBABAB7-8CD1-48D8-8C68-51BB52FC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4525"/>
            <a:ext cx="21145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34" name="textbox">
            <a:extLst xmlns:a="http://schemas.openxmlformats.org/drawingml/2006/main">
              <a:ext uri="{FF2B5EF4-FFF2-40B4-BE49-F238E27FC236}">
                <a16:creationId xmlns:a16="http://schemas.microsoft.com/office/drawing/2014/main" id="{5019CABE-3AB8-4103-932D-76C9E1C8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1642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5" name="textbox">
            <a:extLst xmlns:a="http://schemas.openxmlformats.org/drawingml/2006/main">
              <a:ext uri="{FF2B5EF4-FFF2-40B4-BE49-F238E27FC236}">
                <a16:creationId xmlns:a16="http://schemas.microsoft.com/office/drawing/2014/main" id="{289AF9AD-7964-44D3-84D5-4913A5D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3707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Rioja</a:t>
            </a:r>
          </a:p>
        </p:txBody>
      </p:sp>
      <p:sp>
        <p:nvSpPr>
          <p:cNvPr id="136" name="rect">
            <a:extLst xmlns:a="http://schemas.openxmlformats.org/drawingml/2006/main">
              <a:ext uri="{FF2B5EF4-FFF2-40B4-BE49-F238E27FC236}">
                <a16:creationId xmlns:a16="http://schemas.microsoft.com/office/drawing/2014/main" id="{8705BF8E-8B7D-402D-8A85-4B9944F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5650"/>
            <a:ext cx="21145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37" name="textbox">
            <a:extLst xmlns:a="http://schemas.openxmlformats.org/drawingml/2006/main">
              <a:ext uri="{FF2B5EF4-FFF2-40B4-BE49-F238E27FC236}">
                <a16:creationId xmlns:a16="http://schemas.microsoft.com/office/drawing/2014/main" id="{A60169C1-28F5-444A-994B-04EAD67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2755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8" name="textbox">
            <a:extLst xmlns:a="http://schemas.openxmlformats.org/drawingml/2006/main">
              <a:ext uri="{FF2B5EF4-FFF2-40B4-BE49-F238E27FC236}">
                <a16:creationId xmlns:a16="http://schemas.microsoft.com/office/drawing/2014/main" id="{7FF2467F-E62D-4066-AD4E-09F4E9C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4820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Buenos Aires</a:t>
            </a:r>
          </a:p>
        </p:txBody>
      </p:sp>
      <p:sp>
        <p:nvSpPr>
          <p:cNvPr id="139" name="rect">
            <a:extLst xmlns:a="http://schemas.openxmlformats.org/drawingml/2006/main">
              <a:ext uri="{FF2B5EF4-FFF2-40B4-BE49-F238E27FC236}">
                <a16:creationId xmlns:a16="http://schemas.microsoft.com/office/drawing/2014/main" id="{B32553FD-47D0-49AB-AB6F-BDBFE4C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76775"/>
            <a:ext cx="21145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40" name="textbox">
            <a:extLst xmlns:a="http://schemas.openxmlformats.org/drawingml/2006/main">
              <a:ext uri="{FF2B5EF4-FFF2-40B4-BE49-F238E27FC236}">
                <a16:creationId xmlns:a16="http://schemas.microsoft.com/office/drawing/2014/main" id="{23005245-E4CB-4C68-99F0-0EB62B2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3867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1" name="textbox">
            <a:extLst xmlns:a="http://schemas.openxmlformats.org/drawingml/2006/main">
              <a:ext uri="{FF2B5EF4-FFF2-40B4-BE49-F238E27FC236}">
                <a16:creationId xmlns:a16="http://schemas.microsoft.com/office/drawing/2014/main" id="{0D598F80-5B38-4893-B38F-9958DDAA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5932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Formosa</a:t>
            </a:r>
          </a:p>
        </p:txBody>
      </p:sp>
      <p:sp>
        <p:nvSpPr>
          <p:cNvPr id="142" name="rect">
            <a:extLst xmlns:a="http://schemas.openxmlformats.org/drawingml/2006/main">
              <a:ext uri="{FF2B5EF4-FFF2-40B4-BE49-F238E27FC236}">
                <a16:creationId xmlns:a16="http://schemas.microsoft.com/office/drawing/2014/main" id="{91F5BB05-4067-46D9-B70F-3A2C4343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87900"/>
            <a:ext cx="10572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43" name="textbox">
            <a:extLst xmlns:a="http://schemas.openxmlformats.org/drawingml/2006/main">
              <a:ext uri="{FF2B5EF4-FFF2-40B4-BE49-F238E27FC236}">
                <a16:creationId xmlns:a16="http://schemas.microsoft.com/office/drawing/2014/main" id="{D7C850E8-C690-462B-8639-F505E66C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74980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4" name="textbox">
            <a:extLst xmlns:a="http://schemas.openxmlformats.org/drawingml/2006/main">
              <a:ext uri="{FF2B5EF4-FFF2-40B4-BE49-F238E27FC236}">
                <a16:creationId xmlns:a16="http://schemas.microsoft.com/office/drawing/2014/main" id="{C9417087-10FB-4C5D-9BD5-F0D598AF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7045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145" name="rect">
            <a:extLst xmlns:a="http://schemas.openxmlformats.org/drawingml/2006/main">
              <a:ext uri="{FF2B5EF4-FFF2-40B4-BE49-F238E27FC236}">
                <a16:creationId xmlns:a16="http://schemas.microsoft.com/office/drawing/2014/main" id="{36F5E2FA-1578-47C3-9506-110F21A2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9025"/>
            <a:ext cx="317182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9A4A"/>
          </a:solidFill>
          <a:ln xmlns:a="http://schemas.openxmlformats.org/drawingml/2006/main" w="0">
            <a:solidFill>
              <a:srgbClr val="C59A4A"/>
            </a:solidFill>
            <a:prstDash val="solid"/>
          </a:ln>
        </p:spPr>
      </p:sp>
      <p:sp>
        <p:nvSpPr>
          <p:cNvPr id="146" name="textbox">
            <a:extLst xmlns:a="http://schemas.openxmlformats.org/drawingml/2006/main">
              <a:ext uri="{FF2B5EF4-FFF2-40B4-BE49-F238E27FC236}">
                <a16:creationId xmlns:a16="http://schemas.microsoft.com/office/drawing/2014/main" id="{130F10AA-2128-4451-9321-C23FFD6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6092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7" name="rect">
            <a:extLst xmlns:a="http://schemas.openxmlformats.org/drawingml/2006/main">
              <a:ext uri="{FF2B5EF4-FFF2-40B4-BE49-F238E27FC236}">
                <a16:creationId xmlns:a16="http://schemas.microsoft.com/office/drawing/2014/main" id="{492F08C6-E9D5-40F9-A9CD-B3E22C6D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76300"/>
            <a:ext cx="5619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BFAFE"/>
          </a:solidFill>
          <a:ln xmlns:a="http://schemas.openxmlformats.org/drawingml/2006/main" w="12383">
            <a:solidFill>
              <a:srgbClr val="7768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8" name="rect">
            <a:extLst xmlns:a="http://schemas.openxmlformats.org/drawingml/2006/main">
              <a:ext uri="{FF2B5EF4-FFF2-40B4-BE49-F238E27FC236}">
                <a16:creationId xmlns:a16="http://schemas.microsoft.com/office/drawing/2014/main" id="{E33FEF06-B3E7-4793-AF09-CC19543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76300"/>
            <a:ext cx="561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73E0"/>
          </a:solidFill>
          <a:ln xmlns:a="http://schemas.openxmlformats.org/drawingml/2006/main" w="0">
            <a:solidFill>
              <a:srgbClr val="8A73E0"/>
            </a:solidFill>
            <a:prstDash val="solid"/>
          </a:ln>
        </p:spPr>
      </p:sp>
      <p:sp>
        <p:nvSpPr>
          <p:cNvPr id="149" name="textbox">
            <a:extLst xmlns:a="http://schemas.openxmlformats.org/drawingml/2006/main">
              <a:ext uri="{FF2B5EF4-FFF2-40B4-BE49-F238E27FC236}">
                <a16:creationId xmlns:a16="http://schemas.microsoft.com/office/drawing/2014/main" id="{2FCC7043-4C29-4CF8-A019-18ED725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858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8A73E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8A73E0"/>
                </a:solidFill>
                <a:latin typeface="Arial"/>
                <a:ea typeface="Arial"/>
                <a:cs typeface="Arial"/>
              </a:rPr>
              <a:t>C03</a:t>
            </a:r>
          </a:p>
        </p:txBody>
      </p:sp>
      <p:sp>
        <p:nvSpPr>
          <p:cNvPr id="150" name="textbox">
            <a:extLst xmlns:a="http://schemas.openxmlformats.org/drawingml/2006/main">
              <a:ext uri="{FF2B5EF4-FFF2-40B4-BE49-F238E27FC236}">
                <a16:creationId xmlns:a16="http://schemas.microsoft.com/office/drawing/2014/main" id="{A27A7E69-F3F0-466A-AD03-53DD610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095375"/>
            <a:ext cx="460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IncFIB(Mar)/IncHI1B</a:t>
            </a:r>
          </a:p>
        </p:txBody>
      </p:sp>
      <p:sp>
        <p:nvSpPr>
          <p:cNvPr id="151" name="textbox">
            <a:extLst xmlns:a="http://schemas.openxmlformats.org/drawingml/2006/main">
              <a:ext uri="{FF2B5EF4-FFF2-40B4-BE49-F238E27FC236}">
                <a16:creationId xmlns:a16="http://schemas.microsoft.com/office/drawing/2014/main" id="{7DDC7CDA-777B-45B7-ACC0-ADBC334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323975"/>
            <a:ext cx="4600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pM25992_249</a:t>
            </a:r>
          </a:p>
        </p:txBody>
      </p:sp>
      <p:sp>
        <p:nvSpPr>
          <p:cNvPr id="152" name="textbox">
            <a:extLst xmlns:a="http://schemas.openxmlformats.org/drawingml/2006/main">
              <a:ext uri="{FF2B5EF4-FFF2-40B4-BE49-F238E27FC236}">
                <a16:creationId xmlns:a16="http://schemas.microsoft.com/office/drawing/2014/main" id="{4D9D33C2-CBCE-409F-9DF4-14BF6F4C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NDM-5</a:t>
            </a:r>
          </a:p>
        </p:txBody>
      </p:sp>
      <p:sp>
        <p:nvSpPr>
          <p:cNvPr id="153" name="textbox">
            <a:extLst xmlns:a="http://schemas.openxmlformats.org/drawingml/2006/main">
              <a:ext uri="{FF2B5EF4-FFF2-40B4-BE49-F238E27FC236}">
                <a16:creationId xmlns:a16="http://schemas.microsoft.com/office/drawing/2014/main" id="{6C928118-989B-484C-A037-FD17FD9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783" y="1504950"/>
            <a:ext cx="24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 / </a:t>
            </a:r>
          </a:p>
        </p:txBody>
      </p:sp>
      <p:sp>
        <p:nvSpPr>
          <p:cNvPr id="154" name="textbox">
            <a:extLst xmlns:a="http://schemas.openxmlformats.org/drawingml/2006/main">
              <a:ext uri="{FF2B5EF4-FFF2-40B4-BE49-F238E27FC236}">
                <a16:creationId xmlns:a16="http://schemas.microsoft.com/office/drawing/2014/main" id="{B2DF8B0B-76AE-4C47-8BAC-18D3F999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833" y="150495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KPC-2</a:t>
            </a:r>
          </a:p>
        </p:txBody>
      </p:sp>
      <p:sp>
        <p:nvSpPr>
          <p:cNvPr id="155" name="rect">
            <a:extLst xmlns:a="http://schemas.openxmlformats.org/drawingml/2006/main">
              <a:ext uri="{FF2B5EF4-FFF2-40B4-BE49-F238E27FC236}">
                <a16:creationId xmlns:a16="http://schemas.microsoft.com/office/drawing/2014/main" id="{34BEDA17-D6F2-447E-89EC-7D8F601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56" name="textbox">
            <a:extLst xmlns:a="http://schemas.openxmlformats.org/drawingml/2006/main">
              <a:ext uri="{FF2B5EF4-FFF2-40B4-BE49-F238E27FC236}">
                <a16:creationId xmlns:a16="http://schemas.microsoft.com/office/drawing/2014/main" id="{8B539746-5B6E-4643-8A7A-13DC992D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7" name="textbox">
            <a:extLst xmlns:a="http://schemas.openxmlformats.org/drawingml/2006/main">
              <a:ext uri="{FF2B5EF4-FFF2-40B4-BE49-F238E27FC236}">
                <a16:creationId xmlns:a16="http://schemas.microsoft.com/office/drawing/2014/main" id="{655BDA67-7BB6-4733-BBC9-320871B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isolates</a:t>
            </a:r>
          </a:p>
        </p:txBody>
      </p:sp>
      <p:sp>
        <p:nvSpPr>
          <p:cNvPr id="158" name="rect">
            <a:extLst xmlns:a="http://schemas.openxmlformats.org/drawingml/2006/main">
              <a:ext uri="{FF2B5EF4-FFF2-40B4-BE49-F238E27FC236}">
                <a16:creationId xmlns:a16="http://schemas.microsoft.com/office/drawing/2014/main" id="{3E404B23-3B8B-4876-B03C-A361B3D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59" name="textbox">
            <a:extLst xmlns:a="http://schemas.openxmlformats.org/drawingml/2006/main">
              <a:ext uri="{FF2B5EF4-FFF2-40B4-BE49-F238E27FC236}">
                <a16:creationId xmlns:a16="http://schemas.microsoft.com/office/drawing/2014/main" id="{9CDDB382-E371-4534-B126-90B5B7C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0" name="textbox">
            <a:extLst xmlns:a="http://schemas.openxmlformats.org/drawingml/2006/main">
              <a:ext uri="{FF2B5EF4-FFF2-40B4-BE49-F238E27FC236}">
                <a16:creationId xmlns:a16="http://schemas.microsoft.com/office/drawing/2014/main" id="{518C4F8B-6733-4F2B-8B3C-93216138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61" name="rect">
            <a:extLst xmlns:a="http://schemas.openxmlformats.org/drawingml/2006/main">
              <a:ext uri="{FF2B5EF4-FFF2-40B4-BE49-F238E27FC236}">
                <a16:creationId xmlns:a16="http://schemas.microsoft.com/office/drawing/2014/main" id="{8843BCE3-453F-4C89-B104-5CCE5F4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62" name="textbox">
            <a:extLst xmlns:a="http://schemas.openxmlformats.org/drawingml/2006/main">
              <a:ext uri="{FF2B5EF4-FFF2-40B4-BE49-F238E27FC236}">
                <a16:creationId xmlns:a16="http://schemas.microsoft.com/office/drawing/2014/main" id="{D7717458-A9B6-4143-A13C-0902E26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3" name="textbox">
            <a:extLst xmlns:a="http://schemas.openxmlformats.org/drawingml/2006/main">
              <a:ext uri="{FF2B5EF4-FFF2-40B4-BE49-F238E27FC236}">
                <a16:creationId xmlns:a16="http://schemas.microsoft.com/office/drawing/2014/main" id="{F17F5145-50A4-40D4-89C0-ECB1BBD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164" name="rect">
            <a:extLst xmlns:a="http://schemas.openxmlformats.org/drawingml/2006/main">
              <a:ext uri="{FF2B5EF4-FFF2-40B4-BE49-F238E27FC236}">
                <a16:creationId xmlns:a16="http://schemas.microsoft.com/office/drawing/2014/main" id="{FC9D368E-903A-484D-A79F-3D278FD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174307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165" name="textbox">
            <a:extLst xmlns:a="http://schemas.openxmlformats.org/drawingml/2006/main">
              <a:ext uri="{FF2B5EF4-FFF2-40B4-BE49-F238E27FC236}">
                <a16:creationId xmlns:a16="http://schemas.microsoft.com/office/drawing/2014/main" id="{0BFAD081-BD53-449C-BD29-50DCB4A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925" y="1790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6" name="textbox">
            <a:extLst xmlns:a="http://schemas.openxmlformats.org/drawingml/2006/main">
              <a:ext uri="{FF2B5EF4-FFF2-40B4-BE49-F238E27FC236}">
                <a16:creationId xmlns:a16="http://schemas.microsoft.com/office/drawing/2014/main" id="{A85A7CD5-630E-4705-8C84-46A0983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0675" y="182880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jurisd.</a:t>
            </a:r>
          </a:p>
        </p:txBody>
      </p:sp>
      <p:sp>
        <p:nvSpPr>
          <p:cNvPr id="167" name="textbox">
            <a:extLst xmlns:a="http://schemas.openxmlformats.org/drawingml/2006/main">
              <a:ext uri="{FF2B5EF4-FFF2-40B4-BE49-F238E27FC236}">
                <a16:creationId xmlns:a16="http://schemas.microsoft.com/office/drawing/2014/main" id="{50E45326-1AE2-4A80-9620-ED97585C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2885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 plasmids</a:t>
            </a:r>
          </a:p>
        </p:txBody>
      </p:sp>
      <p:sp>
        <p:nvSpPr>
          <p:cNvPr id="168" name="line">
            <a:extLst xmlns:a="http://schemas.openxmlformats.org/drawingml/2006/main">
              <a:ext uri="{FF2B5EF4-FFF2-40B4-BE49-F238E27FC236}">
                <a16:creationId xmlns:a16="http://schemas.microsoft.com/office/drawing/2014/main" id="{EC31C3CD-A541-4C7C-8557-3E3ED604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-722893" cy="-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0ACE1"/>
            </a:solidFill>
            <a:prstDash val="solid"/>
          </a:ln>
        </p:spPr>
      </p:sp>
      <p:sp>
        <p:nvSpPr>
          <p:cNvPr id="169" name="circle">
            <a:extLst xmlns:a="http://schemas.openxmlformats.org/drawingml/2006/main">
              <a:ext uri="{FF2B5EF4-FFF2-40B4-BE49-F238E27FC236}">
                <a16:creationId xmlns:a16="http://schemas.microsoft.com/office/drawing/2014/main" id="{D26022DE-57C6-4618-8033-A744F76E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915" y="2720338"/>
            <a:ext cx="249933" cy="2499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BCF0"/>
          </a:solidFill>
          <a:ln xmlns:a="http://schemas.openxmlformats.org/drawingml/2006/main" w="15240">
            <a:solidFill>
              <a:srgbClr val="8A73E0"/>
            </a:solidFill>
            <a:prstDash val="solid"/>
          </a:ln>
        </p:spPr>
      </p:sp>
      <p:sp>
        <p:nvSpPr>
          <p:cNvPr id="170" name="textbox">
            <a:extLst xmlns:a="http://schemas.openxmlformats.org/drawingml/2006/main">
              <a:ext uri="{FF2B5EF4-FFF2-40B4-BE49-F238E27FC236}">
                <a16:creationId xmlns:a16="http://schemas.microsoft.com/office/drawing/2014/main" id="{F48779D2-50B9-4C17-A7D1-09BDEBF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682" y="2979796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pZAG001_232</a:t>
            </a:r>
          </a:p>
        </p:txBody>
      </p:sp>
      <p:sp>
        <p:nvSpPr>
          <p:cNvPr id="171" name="line">
            <a:extLst xmlns:a="http://schemas.openxmlformats.org/drawingml/2006/main">
              <a:ext uri="{FF2B5EF4-FFF2-40B4-BE49-F238E27FC236}">
                <a16:creationId xmlns:a16="http://schemas.microsoft.com/office/drawing/2014/main" id="{4EA6ED5A-B941-4B14-BC17-D6174925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-95265" cy="-41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0ACE1"/>
            </a:solidFill>
            <a:prstDash val="solid"/>
          </a:ln>
        </p:spPr>
      </p:sp>
      <p:sp>
        <p:nvSpPr>
          <p:cNvPr id="172" name="circle">
            <a:extLst xmlns:a="http://schemas.openxmlformats.org/drawingml/2006/main">
              <a:ext uri="{FF2B5EF4-FFF2-40B4-BE49-F238E27FC236}">
                <a16:creationId xmlns:a16="http://schemas.microsoft.com/office/drawing/2014/main" id="{96F5A604-2EBD-4CC8-B03B-C70307B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741" y="2428647"/>
            <a:ext cx="255538" cy="255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BCF0"/>
          </a:solidFill>
          <a:ln xmlns:a="http://schemas.openxmlformats.org/drawingml/2006/main" w="15240">
            <a:solidFill>
              <a:srgbClr val="8A73E0"/>
            </a:solidFill>
            <a:prstDash val="solid"/>
          </a:ln>
        </p:spPr>
      </p:sp>
      <p:sp>
        <p:nvSpPr>
          <p:cNvPr id="173" name="textbox">
            <a:extLst xmlns:a="http://schemas.openxmlformats.org/drawingml/2006/main">
              <a:ext uri="{FF2B5EF4-FFF2-40B4-BE49-F238E27FC236}">
                <a16:creationId xmlns:a16="http://schemas.microsoft.com/office/drawing/2014/main" id="{039E27D0-5AE4-4D83-9710-4AA73BBF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10" y="269371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pZCA001_256</a:t>
            </a:r>
          </a:p>
        </p:txBody>
      </p:sp>
      <p:sp>
        <p:nvSpPr>
          <p:cNvPr id="174" name="line">
            <a:extLst xmlns:a="http://schemas.openxmlformats.org/drawingml/2006/main">
              <a:ext uri="{FF2B5EF4-FFF2-40B4-BE49-F238E27FC236}">
                <a16:creationId xmlns:a16="http://schemas.microsoft.com/office/drawing/2014/main" id="{766D52A1-590C-4E28-A100-54B0A85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641769" cy="-226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0ACE1"/>
            </a:solidFill>
            <a:prstDash val="solid"/>
          </a:ln>
        </p:spPr>
      </p:sp>
      <p:sp>
        <p:nvSpPr>
          <p:cNvPr id="175" name="circle">
            <a:extLst xmlns:a="http://schemas.openxmlformats.org/drawingml/2006/main">
              <a:ext uri="{FF2B5EF4-FFF2-40B4-BE49-F238E27FC236}">
                <a16:creationId xmlns:a16="http://schemas.microsoft.com/office/drawing/2014/main" id="{7E8177CC-ECE6-4214-A493-6428D524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248" y="2602088"/>
            <a:ext cx="294593" cy="2945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BCF0"/>
          </a:solidFill>
          <a:ln xmlns:a="http://schemas.openxmlformats.org/drawingml/2006/main" w="15240">
            <a:solidFill>
              <a:srgbClr val="8A73E0"/>
            </a:solidFill>
            <a:prstDash val="solid"/>
          </a:ln>
        </p:spPr>
      </p:sp>
      <p:sp>
        <p:nvSpPr>
          <p:cNvPr id="176" name="textbox">
            <a:extLst xmlns:a="http://schemas.openxmlformats.org/drawingml/2006/main">
              <a:ext uri="{FF2B5EF4-FFF2-40B4-BE49-F238E27FC236}">
                <a16:creationId xmlns:a16="http://schemas.microsoft.com/office/drawing/2014/main" id="{E67ED84B-D791-4730-9FA8-5DD94A9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344" y="2906206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pZDA001_456</a:t>
            </a:r>
          </a:p>
        </p:txBody>
      </p:sp>
      <p:sp>
        <p:nvSpPr>
          <p:cNvPr id="177" name="line">
            <a:extLst xmlns:a="http://schemas.openxmlformats.org/drawingml/2006/main">
              <a:ext uri="{FF2B5EF4-FFF2-40B4-BE49-F238E27FC236}">
                <a16:creationId xmlns:a16="http://schemas.microsoft.com/office/drawing/2014/main" id="{32D7726D-D100-4C1A-8A74-E7D85DAD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641769" cy="226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ABCE1"/>
            </a:solidFill>
            <a:prstDash val="solid"/>
          </a:ln>
        </p:spPr>
      </p:sp>
      <p:sp>
        <p:nvSpPr>
          <p:cNvPr id="178" name="circle">
            <a:extLst xmlns:a="http://schemas.openxmlformats.org/drawingml/2006/main">
              <a:ext uri="{FF2B5EF4-FFF2-40B4-BE49-F238E27FC236}">
                <a16:creationId xmlns:a16="http://schemas.microsoft.com/office/drawing/2014/main" id="{A1A3CE14-3562-4388-89F9-8EAE7C68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548" y="3074601"/>
            <a:ext cx="255993" cy="255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9525">
            <a:solidFill>
              <a:srgbClr val="BFB2EE"/>
            </a:solidFill>
            <a:prstDash val="solid"/>
          </a:ln>
        </p:spPr>
      </p:sp>
      <p:sp>
        <p:nvSpPr>
          <p:cNvPr id="179" name="textbox">
            <a:extLst xmlns:a="http://schemas.openxmlformats.org/drawingml/2006/main">
              <a:ext uri="{FF2B5EF4-FFF2-40B4-BE49-F238E27FC236}">
                <a16:creationId xmlns:a16="http://schemas.microsoft.com/office/drawing/2014/main" id="{5D9B1931-66C2-4EA8-AA26-7185724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344" y="3340119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PQ247031.1</a:t>
            </a:r>
          </a:p>
        </p:txBody>
      </p:sp>
      <p:sp>
        <p:nvSpPr>
          <p:cNvPr id="180" name="line">
            <a:extLst xmlns:a="http://schemas.openxmlformats.org/drawingml/2006/main">
              <a:ext uri="{FF2B5EF4-FFF2-40B4-BE49-F238E27FC236}">
                <a16:creationId xmlns:a16="http://schemas.microsoft.com/office/drawing/2014/main" id="{041B1A9C-2173-4FDD-B741-07991B1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-95265" cy="41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ABCE1"/>
            </a:solidFill>
            <a:prstDash val="solid"/>
          </a:ln>
        </p:spPr>
      </p:sp>
      <p:sp>
        <p:nvSpPr>
          <p:cNvPr id="181" name="circle">
            <a:extLst xmlns:a="http://schemas.openxmlformats.org/drawingml/2006/main">
              <a:ext uri="{FF2B5EF4-FFF2-40B4-BE49-F238E27FC236}">
                <a16:creationId xmlns:a16="http://schemas.microsoft.com/office/drawing/2014/main" id="{090A6D04-4489-4C03-95C8-23B1539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084" y="3268140"/>
            <a:ext cx="254852" cy="2548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9525">
            <a:solidFill>
              <a:srgbClr val="BFB2EE"/>
            </a:solidFill>
            <a:prstDash val="solid"/>
          </a:ln>
        </p:spPr>
      </p:sp>
      <p:sp>
        <p:nvSpPr>
          <p:cNvPr id="182" name="textbox">
            <a:extLst xmlns:a="http://schemas.openxmlformats.org/drawingml/2006/main">
              <a:ext uri="{FF2B5EF4-FFF2-40B4-BE49-F238E27FC236}">
                <a16:creationId xmlns:a16="http://schemas.microsoft.com/office/drawing/2014/main" id="{40FFACE7-D145-4321-A27C-C569AE1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10" y="3532517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PQ247032.1</a:t>
            </a:r>
          </a:p>
        </p:txBody>
      </p:sp>
      <p:sp>
        <p:nvSpPr>
          <p:cNvPr id="183" name="line">
            <a:extLst xmlns:a="http://schemas.openxmlformats.org/drawingml/2006/main">
              <a:ext uri="{FF2B5EF4-FFF2-40B4-BE49-F238E27FC236}">
                <a16:creationId xmlns:a16="http://schemas.microsoft.com/office/drawing/2014/main" id="{0A6733CF-B13D-435C-B88D-4CA572B7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975991"/>
            <a:ext cx="-722893" cy="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ABCE1"/>
            </a:solidFill>
            <a:prstDash val="solid"/>
          </a:ln>
        </p:spPr>
      </p:sp>
      <p:sp>
        <p:nvSpPr>
          <p:cNvPr id="184" name="circle">
            <a:extLst xmlns:a="http://schemas.openxmlformats.org/drawingml/2006/main">
              <a:ext uri="{FF2B5EF4-FFF2-40B4-BE49-F238E27FC236}">
                <a16:creationId xmlns:a16="http://schemas.microsoft.com/office/drawing/2014/main" id="{176CC74F-161C-4085-B1F6-621E5CED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916" y="2979712"/>
            <a:ext cx="253932" cy="253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9525">
            <a:solidFill>
              <a:srgbClr val="BFB2EE"/>
            </a:solidFill>
            <a:prstDash val="solid"/>
          </a:ln>
        </p:spPr>
      </p:sp>
      <p:sp>
        <p:nvSpPr>
          <p:cNvPr id="185" name="textbox">
            <a:extLst xmlns:a="http://schemas.openxmlformats.org/drawingml/2006/main">
              <a:ext uri="{FF2B5EF4-FFF2-40B4-BE49-F238E27FC236}">
                <a16:creationId xmlns:a16="http://schemas.microsoft.com/office/drawing/2014/main" id="{15364032-0501-43B4-9C73-9A51105E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682" y="3243168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pM25979_249</a:t>
            </a:r>
          </a:p>
        </p:txBody>
      </p:sp>
      <p:sp>
        <p:nvSpPr>
          <p:cNvPr id="186" name="circle">
            <a:extLst xmlns:a="http://schemas.openxmlformats.org/drawingml/2006/main">
              <a:ext uri="{FF2B5EF4-FFF2-40B4-BE49-F238E27FC236}">
                <a16:creationId xmlns:a16="http://schemas.microsoft.com/office/drawing/2014/main" id="{0029892B-A99D-40D5-B7F0-B680CF4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30" y="2796646"/>
            <a:ext cx="358691" cy="358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F6"/>
          </a:solidFill>
          <a:ln xmlns:a="http://schemas.openxmlformats.org/drawingml/2006/main" w="20955">
            <a:solidFill>
              <a:srgbClr val="111827"/>
            </a:solidFill>
            <a:prstDash val="solid"/>
          </a:ln>
        </p:spPr>
      </p:sp>
      <p:sp>
        <p:nvSpPr>
          <p:cNvPr id="187" name="textbox">
            <a:extLst xmlns:a="http://schemas.openxmlformats.org/drawingml/2006/main">
              <a:ext uri="{FF2B5EF4-FFF2-40B4-BE49-F238E27FC236}">
                <a16:creationId xmlns:a16="http://schemas.microsoft.com/office/drawing/2014/main" id="{A073145A-0379-4222-8F25-28A60C6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164861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pM25992_249</a:t>
            </a:r>
          </a:p>
        </p:txBody>
      </p:sp>
      <p:sp>
        <p:nvSpPr>
          <p:cNvPr id="188" name="textbox">
            <a:extLst xmlns:a="http://schemas.openxmlformats.org/drawingml/2006/main">
              <a:ext uri="{FF2B5EF4-FFF2-40B4-BE49-F238E27FC236}">
                <a16:creationId xmlns:a16="http://schemas.microsoft.com/office/drawing/2014/main" id="{4A37C367-BEF3-40C8-9A3E-A677590B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195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 closed refs</a:t>
            </a:r>
          </a:p>
        </p:txBody>
      </p:sp>
      <p:sp>
        <p:nvSpPr>
          <p:cNvPr id="189" name="textbox">
            <a:extLst xmlns:a="http://schemas.openxmlformats.org/drawingml/2006/main">
              <a:ext uri="{FF2B5EF4-FFF2-40B4-BE49-F238E27FC236}">
                <a16:creationId xmlns:a16="http://schemas.microsoft.com/office/drawing/2014/main" id="{01BADC7A-F41A-421D-9EAC-22696CC0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22885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90" name="rect">
            <a:extLst xmlns:a="http://schemas.openxmlformats.org/drawingml/2006/main">
              <a:ext uri="{FF2B5EF4-FFF2-40B4-BE49-F238E27FC236}">
                <a16:creationId xmlns:a16="http://schemas.microsoft.com/office/drawing/2014/main" id="{021779E0-F427-4A43-91F4-392C02E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400300"/>
            <a:ext cx="2775347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191" name="rect">
            <a:extLst xmlns:a="http://schemas.openxmlformats.org/drawingml/2006/main">
              <a:ext uri="{FF2B5EF4-FFF2-40B4-BE49-F238E27FC236}">
                <a16:creationId xmlns:a16="http://schemas.microsoft.com/office/drawing/2014/main" id="{5DCE5E41-F3A1-4733-AED2-9BE5C3D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122" y="2400300"/>
            <a:ext cx="39647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0">
            <a:solidFill>
              <a:srgbClr val="8BC34A"/>
            </a:solidFill>
            <a:prstDash val="solid"/>
          </a:ln>
        </p:spPr>
      </p:sp>
      <p:sp>
        <p:nvSpPr>
          <p:cNvPr id="192" name="rect">
            <a:extLst xmlns:a="http://schemas.openxmlformats.org/drawingml/2006/main">
              <a:ext uri="{FF2B5EF4-FFF2-40B4-BE49-F238E27FC236}">
                <a16:creationId xmlns:a16="http://schemas.microsoft.com/office/drawing/2014/main" id="{FAE020F7-9016-4D4D-87B4-748A720F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193" name="textbox">
            <a:extLst xmlns:a="http://schemas.openxmlformats.org/drawingml/2006/main">
              <a:ext uri="{FF2B5EF4-FFF2-40B4-BE49-F238E27FC236}">
                <a16:creationId xmlns:a16="http://schemas.microsoft.com/office/drawing/2014/main" id="{12EE69F5-B0C3-4A08-B526-595A86AA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</a:p>
        </p:txBody>
      </p:sp>
      <p:sp>
        <p:nvSpPr>
          <p:cNvPr id="194" name="textbox">
            <a:extLst xmlns:a="http://schemas.openxmlformats.org/drawingml/2006/main">
              <a:ext uri="{FF2B5EF4-FFF2-40B4-BE49-F238E27FC236}">
                <a16:creationId xmlns:a16="http://schemas.microsoft.com/office/drawing/2014/main" id="{F18443BF-9EFE-41BC-8782-0E26D51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n=7</a:t>
            </a:r>
          </a:p>
        </p:txBody>
      </p:sp>
      <p:sp>
        <p:nvSpPr>
          <p:cNvPr id="195" name="rect">
            <a:extLst xmlns:a="http://schemas.openxmlformats.org/drawingml/2006/main">
              <a:ext uri="{FF2B5EF4-FFF2-40B4-BE49-F238E27FC236}">
                <a16:creationId xmlns:a16="http://schemas.microsoft.com/office/drawing/2014/main" id="{48CFBCEE-1620-4E1E-8B17-C8554CA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BC34A"/>
          </a:solidFill>
          <a:ln xmlns:a="http://schemas.openxmlformats.org/drawingml/2006/main" w="0">
            <a:solidFill>
              <a:srgbClr val="8BC34A"/>
            </a:solidFill>
            <a:prstDash val="solid"/>
          </a:ln>
        </p:spPr>
      </p:sp>
      <p:sp>
        <p:nvSpPr>
          <p:cNvPr id="196" name="textbox">
            <a:extLst xmlns:a="http://schemas.openxmlformats.org/drawingml/2006/main">
              <a:ext uri="{FF2B5EF4-FFF2-40B4-BE49-F238E27FC236}">
                <a16:creationId xmlns:a16="http://schemas.microsoft.com/office/drawing/2014/main" id="{8AEF217F-36C5-4F16-B935-EC02F2D2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257175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aerogenes</a:t>
            </a:r>
          </a:p>
        </p:txBody>
      </p:sp>
      <p:sp>
        <p:nvSpPr>
          <p:cNvPr id="197" name="textbox">
            <a:extLst xmlns:a="http://schemas.openxmlformats.org/drawingml/2006/main">
              <a:ext uri="{FF2B5EF4-FFF2-40B4-BE49-F238E27FC236}">
                <a16:creationId xmlns:a16="http://schemas.microsoft.com/office/drawing/2014/main" id="{75B18E49-55AC-41AC-B7EB-35B1C5F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5717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n=1</a:t>
            </a:r>
          </a:p>
        </p:txBody>
      </p:sp>
      <p:sp>
        <p:nvSpPr>
          <p:cNvPr id="198" name="textbox">
            <a:extLst xmlns:a="http://schemas.openxmlformats.org/drawingml/2006/main">
              <a:ext uri="{FF2B5EF4-FFF2-40B4-BE49-F238E27FC236}">
                <a16:creationId xmlns:a16="http://schemas.microsoft.com/office/drawing/2014/main" id="{19605E7E-F565-4FA4-ABD6-CECA0EEC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8194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 composition</a:t>
            </a:r>
          </a:p>
        </p:txBody>
      </p:sp>
      <p:sp>
        <p:nvSpPr>
          <p:cNvPr id="199" name="textbox">
            <a:extLst xmlns:a="http://schemas.openxmlformats.org/drawingml/2006/main">
              <a:ext uri="{FF2B5EF4-FFF2-40B4-BE49-F238E27FC236}">
                <a16:creationId xmlns:a16="http://schemas.microsoft.com/office/drawing/2014/main" id="{F8D9AEB4-EB9F-484C-AF54-272DFBEC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9908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ST11</a:t>
            </a:r>
          </a:p>
        </p:txBody>
      </p:sp>
      <p:sp>
        <p:nvSpPr>
          <p:cNvPr id="200" name="rect">
            <a:extLst xmlns:a="http://schemas.openxmlformats.org/drawingml/2006/main">
              <a:ext uri="{FF2B5EF4-FFF2-40B4-BE49-F238E27FC236}">
                <a16:creationId xmlns:a16="http://schemas.microsoft.com/office/drawing/2014/main" id="{DD8F8F24-536A-4EBF-91A6-4E4F5ED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01942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01" name="textbox">
            <a:extLst xmlns:a="http://schemas.openxmlformats.org/drawingml/2006/main">
              <a:ext uri="{FF2B5EF4-FFF2-40B4-BE49-F238E27FC236}">
                <a16:creationId xmlns:a16="http://schemas.microsoft.com/office/drawing/2014/main" id="{8CE7EDE0-D4F2-4A82-BB80-534ED9B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5525" y="29813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2" name="textbox">
            <a:extLst xmlns:a="http://schemas.openxmlformats.org/drawingml/2006/main">
              <a:ext uri="{FF2B5EF4-FFF2-40B4-BE49-F238E27FC236}">
                <a16:creationId xmlns:a16="http://schemas.microsoft.com/office/drawing/2014/main" id="{32D88546-DC24-4355-A263-69D6DF2B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1115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ST5994</a:t>
            </a:r>
          </a:p>
        </p:txBody>
      </p:sp>
      <p:sp>
        <p:nvSpPr>
          <p:cNvPr id="203" name="rect">
            <a:extLst xmlns:a="http://schemas.openxmlformats.org/drawingml/2006/main">
              <a:ext uri="{FF2B5EF4-FFF2-40B4-BE49-F238E27FC236}">
                <a16:creationId xmlns:a16="http://schemas.microsoft.com/office/drawing/2014/main" id="{D6ED8CD2-2A99-44C6-9CB9-58E4569E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40075"/>
            <a:ext cx="11382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04" name="textbox">
            <a:extLst xmlns:a="http://schemas.openxmlformats.org/drawingml/2006/main">
              <a:ext uri="{FF2B5EF4-FFF2-40B4-BE49-F238E27FC236}">
                <a16:creationId xmlns:a16="http://schemas.microsoft.com/office/drawing/2014/main" id="{C9F7932C-4E45-48D7-BE07-4FD49E29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88" y="31019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5" name="textbox">
            <a:extLst xmlns:a="http://schemas.openxmlformats.org/drawingml/2006/main">
              <a:ext uri="{FF2B5EF4-FFF2-40B4-BE49-F238E27FC236}">
                <a16:creationId xmlns:a16="http://schemas.microsoft.com/office/drawing/2014/main" id="{2EB234D9-80CD-4A77-A05E-3FFB66E8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2321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ST307</a:t>
            </a:r>
          </a:p>
        </p:txBody>
      </p:sp>
      <p:sp>
        <p:nvSpPr>
          <p:cNvPr id="206" name="rect">
            <a:extLst xmlns:a="http://schemas.openxmlformats.org/drawingml/2006/main">
              <a:ext uri="{FF2B5EF4-FFF2-40B4-BE49-F238E27FC236}">
                <a16:creationId xmlns:a16="http://schemas.microsoft.com/office/drawing/2014/main" id="{35B49807-C151-47E5-99A2-A731518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260725"/>
            <a:ext cx="11382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07" name="textbox">
            <a:extLst xmlns:a="http://schemas.openxmlformats.org/drawingml/2006/main">
              <a:ext uri="{FF2B5EF4-FFF2-40B4-BE49-F238E27FC236}">
                <a16:creationId xmlns:a16="http://schemas.microsoft.com/office/drawing/2014/main" id="{6C77D024-88F5-493A-A11E-6497606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88" y="32226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8" name="textbox">
            <a:extLst xmlns:a="http://schemas.openxmlformats.org/drawingml/2006/main">
              <a:ext uri="{FF2B5EF4-FFF2-40B4-BE49-F238E27FC236}">
                <a16:creationId xmlns:a16="http://schemas.microsoft.com/office/drawing/2014/main" id="{9424392B-250F-4443-9DC0-AD301267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3528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ST273</a:t>
            </a:r>
          </a:p>
        </p:txBody>
      </p:sp>
      <p:sp>
        <p:nvSpPr>
          <p:cNvPr id="209" name="rect">
            <a:extLst xmlns:a="http://schemas.openxmlformats.org/drawingml/2006/main">
              <a:ext uri="{FF2B5EF4-FFF2-40B4-BE49-F238E27FC236}">
                <a16:creationId xmlns:a16="http://schemas.microsoft.com/office/drawing/2014/main" id="{C15020C4-78E5-42DD-81AD-75D50FF9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381375"/>
            <a:ext cx="11382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10" name="textbox">
            <a:extLst xmlns:a="http://schemas.openxmlformats.org/drawingml/2006/main">
              <a:ext uri="{FF2B5EF4-FFF2-40B4-BE49-F238E27FC236}">
                <a16:creationId xmlns:a16="http://schemas.microsoft.com/office/drawing/2014/main" id="{BB1D59E1-A588-4AF2-A865-F254B5BB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88" y="33432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1" name="textbox">
            <a:extLst xmlns:a="http://schemas.openxmlformats.org/drawingml/2006/main">
              <a:ext uri="{FF2B5EF4-FFF2-40B4-BE49-F238E27FC236}">
                <a16:creationId xmlns:a16="http://schemas.microsoft.com/office/drawing/2014/main" id="{2817D89C-04C1-428C-AACF-5D90109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47345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ST695</a:t>
            </a:r>
          </a:p>
        </p:txBody>
      </p:sp>
      <p:sp>
        <p:nvSpPr>
          <p:cNvPr id="212" name="rect">
            <a:extLst xmlns:a="http://schemas.openxmlformats.org/drawingml/2006/main">
              <a:ext uri="{FF2B5EF4-FFF2-40B4-BE49-F238E27FC236}">
                <a16:creationId xmlns:a16="http://schemas.microsoft.com/office/drawing/2014/main" id="{CC44C9E7-4C59-4B19-A9F6-6754707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502025"/>
            <a:ext cx="11382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13" name="textbox">
            <a:extLst xmlns:a="http://schemas.openxmlformats.org/drawingml/2006/main">
              <a:ext uri="{FF2B5EF4-FFF2-40B4-BE49-F238E27FC236}">
                <a16:creationId xmlns:a16="http://schemas.microsoft.com/office/drawing/2014/main" id="{4B8CC102-347F-4C4E-8E7B-0E9EB77B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88" y="346392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4" name="textbox">
            <a:extLst xmlns:a="http://schemas.openxmlformats.org/drawingml/2006/main">
              <a:ext uri="{FF2B5EF4-FFF2-40B4-BE49-F238E27FC236}">
                <a16:creationId xmlns:a16="http://schemas.microsoft.com/office/drawing/2014/main" id="{144DDD92-4821-4D3C-879F-B5527B3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594100"/>
            <a:ext cx="609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215" name="rect">
            <a:extLst xmlns:a="http://schemas.openxmlformats.org/drawingml/2006/main">
              <a:ext uri="{FF2B5EF4-FFF2-40B4-BE49-F238E27FC236}">
                <a16:creationId xmlns:a16="http://schemas.microsoft.com/office/drawing/2014/main" id="{53A1FDF3-BDE1-4EB8-AE8E-047CFE0C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62267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16" name="textbox">
            <a:extLst xmlns:a="http://schemas.openxmlformats.org/drawingml/2006/main">
              <a:ext uri="{FF2B5EF4-FFF2-40B4-BE49-F238E27FC236}">
                <a16:creationId xmlns:a16="http://schemas.microsoft.com/office/drawing/2014/main" id="{08017F37-BEAD-44D5-9763-96E1F58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5525" y="3584575"/>
            <a:ext cx="20955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7" name="textbox">
            <a:extLst xmlns:a="http://schemas.openxmlformats.org/drawingml/2006/main">
              <a:ext uri="{FF2B5EF4-FFF2-40B4-BE49-F238E27FC236}">
                <a16:creationId xmlns:a16="http://schemas.microsoft.com/office/drawing/2014/main" id="{15CCE6C8-D2BA-4D2D-B76A-D29C72B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143375"/>
            <a:ext cx="531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Jurisdictions</a:t>
            </a:r>
          </a:p>
        </p:txBody>
      </p:sp>
      <p:sp>
        <p:nvSpPr>
          <p:cNvPr id="218" name="textbox">
            <a:extLst xmlns:a="http://schemas.openxmlformats.org/drawingml/2006/main">
              <a:ext uri="{FF2B5EF4-FFF2-40B4-BE49-F238E27FC236}">
                <a16:creationId xmlns:a16="http://schemas.microsoft.com/office/drawing/2014/main" id="{8CB58F34-4FAF-49DE-9078-4CB2E9D2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31482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Buenos Aires</a:t>
            </a:r>
          </a:p>
        </p:txBody>
      </p:sp>
      <p:sp>
        <p:nvSpPr>
          <p:cNvPr id="219" name="rect">
            <a:extLst xmlns:a="http://schemas.openxmlformats.org/drawingml/2006/main">
              <a:ext uri="{FF2B5EF4-FFF2-40B4-BE49-F238E27FC236}">
                <a16:creationId xmlns:a16="http://schemas.microsoft.com/office/drawing/2014/main" id="{950F5434-F579-4F4E-A597-139537EF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4343400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20" name="textbox">
            <a:extLst xmlns:a="http://schemas.openxmlformats.org/drawingml/2006/main">
              <a:ext uri="{FF2B5EF4-FFF2-40B4-BE49-F238E27FC236}">
                <a16:creationId xmlns:a16="http://schemas.microsoft.com/office/drawing/2014/main" id="{7570C922-ED0A-4E72-9696-E875DF27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5525" y="4305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1" name="textbox">
            <a:extLst xmlns:a="http://schemas.openxmlformats.org/drawingml/2006/main">
              <a:ext uri="{FF2B5EF4-FFF2-40B4-BE49-F238E27FC236}">
                <a16:creationId xmlns:a16="http://schemas.microsoft.com/office/drawing/2014/main" id="{C301DC0D-0749-4F63-B364-CD2E96C4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476750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CABA</a:t>
            </a:r>
          </a:p>
        </p:txBody>
      </p:sp>
      <p:sp>
        <p:nvSpPr>
          <p:cNvPr id="222" name="rect">
            <a:extLst xmlns:a="http://schemas.openxmlformats.org/drawingml/2006/main">
              <a:ext uri="{FF2B5EF4-FFF2-40B4-BE49-F238E27FC236}">
                <a16:creationId xmlns:a16="http://schemas.microsoft.com/office/drawing/2014/main" id="{3A983D0A-8F5C-4AA8-81D9-BC329AE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4505325"/>
            <a:ext cx="317182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23" name="textbox">
            <a:extLst xmlns:a="http://schemas.openxmlformats.org/drawingml/2006/main">
              <a:ext uri="{FF2B5EF4-FFF2-40B4-BE49-F238E27FC236}">
                <a16:creationId xmlns:a16="http://schemas.microsoft.com/office/drawing/2014/main" id="{73EE113A-1A8A-4F50-B368-0E1FBB4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467225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4" name="textbox">
            <a:extLst xmlns:a="http://schemas.openxmlformats.org/drawingml/2006/main">
              <a:ext uri="{FF2B5EF4-FFF2-40B4-BE49-F238E27FC236}">
                <a16:creationId xmlns:a16="http://schemas.microsoft.com/office/drawing/2014/main" id="{646FE38B-3344-4CF3-A0FC-03867946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63867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Santa Fe</a:t>
            </a:r>
          </a:p>
        </p:txBody>
      </p:sp>
      <p:sp>
        <p:nvSpPr>
          <p:cNvPr id="225" name="rect">
            <a:extLst xmlns:a="http://schemas.openxmlformats.org/drawingml/2006/main">
              <a:ext uri="{FF2B5EF4-FFF2-40B4-BE49-F238E27FC236}">
                <a16:creationId xmlns:a16="http://schemas.microsoft.com/office/drawing/2014/main" id="{893C4629-25DC-4F73-91AF-B73DDB7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4667250"/>
            <a:ext cx="10572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9F8CE6"/>
          </a:solidFill>
          <a:ln xmlns:a="http://schemas.openxmlformats.org/drawingml/2006/main" w="0">
            <a:solidFill>
              <a:srgbClr val="9F8CE6"/>
            </a:solidFill>
            <a:prstDash val="solid"/>
          </a:ln>
        </p:spPr>
      </p:sp>
      <p:sp>
        <p:nvSpPr>
          <p:cNvPr id="226" name="textbox">
            <a:extLst xmlns:a="http://schemas.openxmlformats.org/drawingml/2006/main">
              <a:ext uri="{FF2B5EF4-FFF2-40B4-BE49-F238E27FC236}">
                <a16:creationId xmlns:a16="http://schemas.microsoft.com/office/drawing/2014/main" id="{A13F3CA1-FEDD-46E3-AA42-E4645DE7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6291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7" name="rect">
            <a:extLst xmlns:a="http://schemas.openxmlformats.org/drawingml/2006/main">
              <a:ext uri="{FF2B5EF4-FFF2-40B4-BE49-F238E27FC236}">
                <a16:creationId xmlns:a16="http://schemas.microsoft.com/office/drawing/2014/main" id="{146FE40C-8AAA-48ED-B1B8-CF3A0B3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1650"/>
            <a:ext cx="5619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CFA"/>
          </a:solidFill>
          <a:ln xmlns:a="http://schemas.openxmlformats.org/drawingml/2006/main" w="12383">
            <a:solidFill>
              <a:srgbClr val="188F6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8" name="rect">
            <a:extLst xmlns:a="http://schemas.openxmlformats.org/drawingml/2006/main">
              <a:ext uri="{FF2B5EF4-FFF2-40B4-BE49-F238E27FC236}">
                <a16:creationId xmlns:a16="http://schemas.microsoft.com/office/drawing/2014/main" id="{25F2046B-FAEE-4771-8C14-7124982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1650"/>
            <a:ext cx="561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56A"/>
          </a:solidFill>
          <a:ln xmlns:a="http://schemas.openxmlformats.org/drawingml/2006/main" w="0">
            <a:solidFill>
              <a:srgbClr val="10A56A"/>
            </a:solidFill>
            <a:prstDash val="solid"/>
          </a:ln>
        </p:spPr>
      </p:sp>
      <p:sp>
        <p:nvSpPr>
          <p:cNvPr id="229" name="textbox">
            <a:extLst xmlns:a="http://schemas.openxmlformats.org/drawingml/2006/main">
              <a:ext uri="{FF2B5EF4-FFF2-40B4-BE49-F238E27FC236}">
                <a16:creationId xmlns:a16="http://schemas.microsoft.com/office/drawing/2014/main" id="{33D57BEA-FCF8-486E-B67B-25FC415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912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A56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56A"/>
                </a:solidFill>
                <a:latin typeface="Arial"/>
                <a:ea typeface="Arial"/>
                <a:cs typeface="Arial"/>
              </a:rPr>
              <a:t>C04</a:t>
            </a:r>
          </a:p>
        </p:txBody>
      </p:sp>
      <p:sp>
        <p:nvSpPr>
          <p:cNvPr id="230" name="textbox">
            <a:extLst xmlns:a="http://schemas.openxmlformats.org/drawingml/2006/main">
              <a:ext uri="{FF2B5EF4-FFF2-40B4-BE49-F238E27FC236}">
                <a16:creationId xmlns:a16="http://schemas.microsoft.com/office/drawing/2014/main" id="{A3DCF6EA-92B2-4086-9B58-487D8D5D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00725"/>
            <a:ext cx="460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IncC</a:t>
            </a:r>
          </a:p>
        </p:txBody>
      </p:sp>
      <p:sp>
        <p:nvSpPr>
          <p:cNvPr id="231" name="textbox">
            <a:extLst xmlns:a="http://schemas.openxmlformats.org/drawingml/2006/main">
              <a:ext uri="{FF2B5EF4-FFF2-40B4-BE49-F238E27FC236}">
                <a16:creationId xmlns:a16="http://schemas.microsoft.com/office/drawing/2014/main" id="{257F5683-D59F-4E55-8E40-0BB6E58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029325"/>
            <a:ext cx="4600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pCBO001_150</a:t>
            </a:r>
          </a:p>
        </p:txBody>
      </p:sp>
      <p:sp>
        <p:nvSpPr>
          <p:cNvPr id="232" name="textbox">
            <a:extLst xmlns:a="http://schemas.openxmlformats.org/drawingml/2006/main">
              <a:ext uri="{FF2B5EF4-FFF2-40B4-BE49-F238E27FC236}">
                <a16:creationId xmlns:a16="http://schemas.microsoft.com/office/drawing/2014/main" id="{E65A63A2-E405-4318-AE01-207E9C6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21030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NDM-1</a:t>
            </a:r>
          </a:p>
        </p:txBody>
      </p:sp>
      <p:sp>
        <p:nvSpPr>
          <p:cNvPr id="233" name="textbox">
            <a:extLst xmlns:a="http://schemas.openxmlformats.org/drawingml/2006/main">
              <a:ext uri="{FF2B5EF4-FFF2-40B4-BE49-F238E27FC236}">
                <a16:creationId xmlns:a16="http://schemas.microsoft.com/office/drawing/2014/main" id="{4A7F2D1B-2F00-4DCC-B80F-24C9F3B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83" y="6210300"/>
            <a:ext cx="24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4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 / </a:t>
            </a:r>
          </a:p>
        </p:txBody>
      </p:sp>
      <p:sp>
        <p:nvSpPr>
          <p:cNvPr id="234" name="textbox">
            <a:extLst xmlns:a="http://schemas.openxmlformats.org/drawingml/2006/main">
              <a:ext uri="{FF2B5EF4-FFF2-40B4-BE49-F238E27FC236}">
                <a16:creationId xmlns:a16="http://schemas.microsoft.com/office/drawing/2014/main" id="{42C757B1-5FDD-4FB8-98E3-B6416C9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333" y="6210300"/>
            <a:ext cx="51061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OXA-163</a:t>
            </a:r>
          </a:p>
        </p:txBody>
      </p:sp>
      <p:sp>
        <p:nvSpPr>
          <p:cNvPr id="235" name="rect">
            <a:extLst xmlns:a="http://schemas.openxmlformats.org/drawingml/2006/main">
              <a:ext uri="{FF2B5EF4-FFF2-40B4-BE49-F238E27FC236}">
                <a16:creationId xmlns:a16="http://schemas.microsoft.com/office/drawing/2014/main" id="{82D5D7A3-7769-4FC7-B3FC-8C5AC05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36" name="textbox">
            <a:extLst xmlns:a="http://schemas.openxmlformats.org/drawingml/2006/main">
              <a:ext uri="{FF2B5EF4-FFF2-40B4-BE49-F238E27FC236}">
                <a16:creationId xmlns:a16="http://schemas.microsoft.com/office/drawing/2014/main" id="{8E2E7DAA-4DCD-4DDA-A70B-36B3D912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7" name="textbox">
            <a:extLst xmlns:a="http://schemas.openxmlformats.org/drawingml/2006/main">
              <a:ext uri="{FF2B5EF4-FFF2-40B4-BE49-F238E27FC236}">
                <a16:creationId xmlns:a16="http://schemas.microsoft.com/office/drawing/2014/main" id="{931AC6DE-8B3E-4EB5-A849-D79E273A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isolates</a:t>
            </a:r>
          </a:p>
        </p:txBody>
      </p:sp>
      <p:sp>
        <p:nvSpPr>
          <p:cNvPr id="238" name="rect">
            <a:extLst xmlns:a="http://schemas.openxmlformats.org/drawingml/2006/main">
              <a:ext uri="{FF2B5EF4-FFF2-40B4-BE49-F238E27FC236}">
                <a16:creationId xmlns:a16="http://schemas.microsoft.com/office/drawing/2014/main" id="{F6136425-A94F-48C8-A3E7-86291BB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39" name="textbox">
            <a:extLst xmlns:a="http://schemas.openxmlformats.org/drawingml/2006/main">
              <a:ext uri="{FF2B5EF4-FFF2-40B4-BE49-F238E27FC236}">
                <a16:creationId xmlns:a16="http://schemas.microsoft.com/office/drawing/2014/main" id="{0C7FCE0E-4857-4A9B-AFA3-BFBEDCD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0" name="textbox">
            <a:extLst xmlns:a="http://schemas.openxmlformats.org/drawingml/2006/main">
              <a:ext uri="{FF2B5EF4-FFF2-40B4-BE49-F238E27FC236}">
                <a16:creationId xmlns:a16="http://schemas.microsoft.com/office/drawing/2014/main" id="{5C76F8D2-6122-4D62-8F77-CCDB45C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241" name="rect">
            <a:extLst xmlns:a="http://schemas.openxmlformats.org/drawingml/2006/main">
              <a:ext uri="{FF2B5EF4-FFF2-40B4-BE49-F238E27FC236}">
                <a16:creationId xmlns:a16="http://schemas.microsoft.com/office/drawing/2014/main" id="{BEFBA6C4-E196-4B58-A873-6031F5E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42" name="textbox">
            <a:extLst xmlns:a="http://schemas.openxmlformats.org/drawingml/2006/main">
              <a:ext uri="{FF2B5EF4-FFF2-40B4-BE49-F238E27FC236}">
                <a16:creationId xmlns:a16="http://schemas.microsoft.com/office/drawing/2014/main" id="{85B451E6-1676-4841-8052-723EC8C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3" name="textbox">
            <a:extLst xmlns:a="http://schemas.openxmlformats.org/drawingml/2006/main">
              <a:ext uri="{FF2B5EF4-FFF2-40B4-BE49-F238E27FC236}">
                <a16:creationId xmlns:a16="http://schemas.microsoft.com/office/drawing/2014/main" id="{2CAF1BDC-4E02-4940-A2CB-55A8B994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244" name="rect">
            <a:extLst xmlns:a="http://schemas.openxmlformats.org/drawingml/2006/main">
              <a:ext uri="{FF2B5EF4-FFF2-40B4-BE49-F238E27FC236}">
                <a16:creationId xmlns:a16="http://schemas.microsoft.com/office/drawing/2014/main" id="{0C7FC240-A8ED-4D28-997C-4C58DFCF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245" name="textbox">
            <a:extLst xmlns:a="http://schemas.openxmlformats.org/drawingml/2006/main">
              <a:ext uri="{FF2B5EF4-FFF2-40B4-BE49-F238E27FC236}">
                <a16:creationId xmlns:a16="http://schemas.microsoft.com/office/drawing/2014/main" id="{BD5A0FBC-1E2C-454B-808F-C36B7A28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6" name="textbox">
            <a:extLst xmlns:a="http://schemas.openxmlformats.org/drawingml/2006/main">
              <a:ext uri="{FF2B5EF4-FFF2-40B4-BE49-F238E27FC236}">
                <a16:creationId xmlns:a16="http://schemas.microsoft.com/office/drawing/2014/main" id="{1A794DC8-469F-4764-88DA-5C1BC2B7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jurisd.</a:t>
            </a:r>
          </a:p>
        </p:txBody>
      </p:sp>
      <p:sp>
        <p:nvSpPr>
          <p:cNvPr id="247" name="textbox">
            <a:extLst xmlns:a="http://schemas.openxmlformats.org/drawingml/2006/main">
              <a:ext uri="{FF2B5EF4-FFF2-40B4-BE49-F238E27FC236}">
                <a16:creationId xmlns:a16="http://schemas.microsoft.com/office/drawing/2014/main" id="{37B40933-37D2-4315-AD6C-4394696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9342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 plasmids</a:t>
            </a:r>
          </a:p>
        </p:txBody>
      </p:sp>
      <p:sp>
        <p:nvSpPr>
          <p:cNvPr id="248" name="line">
            <a:extLst xmlns:a="http://schemas.openxmlformats.org/drawingml/2006/main">
              <a:ext uri="{FF2B5EF4-FFF2-40B4-BE49-F238E27FC236}">
                <a16:creationId xmlns:a16="http://schemas.microsoft.com/office/drawing/2014/main" id="{1E7488A5-4BC4-4D36-923E-99AB550B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-722893" cy="-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CC1AF"/>
            </a:solidFill>
            <a:prstDash val="solid"/>
          </a:ln>
        </p:spPr>
      </p:sp>
      <p:sp>
        <p:nvSpPr>
          <p:cNvPr id="249" name="circle">
            <a:extLst xmlns:a="http://schemas.openxmlformats.org/drawingml/2006/main">
              <a:ext uri="{FF2B5EF4-FFF2-40B4-BE49-F238E27FC236}">
                <a16:creationId xmlns:a16="http://schemas.microsoft.com/office/drawing/2014/main" id="{1913C429-44C1-4CF0-B769-1F8C91D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150" y="7436423"/>
            <a:ext cx="228463" cy="2284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4B7"/>
          </a:solidFill>
          <a:ln xmlns:a="http://schemas.openxmlformats.org/drawingml/2006/main" w="15240">
            <a:solidFill>
              <a:srgbClr val="10A56A"/>
            </a:solidFill>
            <a:prstDash val="solid"/>
          </a:ln>
        </p:spPr>
      </p:sp>
      <p:sp>
        <p:nvSpPr>
          <p:cNvPr id="250" name="textbox">
            <a:extLst xmlns:a="http://schemas.openxmlformats.org/drawingml/2006/main">
              <a:ext uri="{FF2B5EF4-FFF2-40B4-BE49-F238E27FC236}">
                <a16:creationId xmlns:a16="http://schemas.microsoft.com/office/drawing/2014/main" id="{0E54A5A6-0394-4794-8A00-E5DD772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82" y="7674411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pHCU002_151</a:t>
            </a:r>
          </a:p>
        </p:txBody>
      </p:sp>
      <p:sp>
        <p:nvSpPr>
          <p:cNvPr id="251" name="line">
            <a:extLst xmlns:a="http://schemas.openxmlformats.org/drawingml/2006/main">
              <a:ext uri="{FF2B5EF4-FFF2-40B4-BE49-F238E27FC236}">
                <a16:creationId xmlns:a16="http://schemas.microsoft.com/office/drawing/2014/main" id="{FDE4468E-87B1-438E-AC32-4E05CF9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-95265" cy="-41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CC1AF"/>
            </a:solidFill>
            <a:prstDash val="solid"/>
          </a:ln>
        </p:spPr>
      </p:sp>
      <p:sp>
        <p:nvSpPr>
          <p:cNvPr id="252" name="circle">
            <a:extLst xmlns:a="http://schemas.openxmlformats.org/drawingml/2006/main">
              <a:ext uri="{FF2B5EF4-FFF2-40B4-BE49-F238E27FC236}">
                <a16:creationId xmlns:a16="http://schemas.microsoft.com/office/drawing/2014/main" id="{1DB96A57-A75E-4A74-8FE3-41CF3E22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76" y="7150132"/>
            <a:ext cx="223267" cy="223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4B7"/>
          </a:solidFill>
          <a:ln xmlns:a="http://schemas.openxmlformats.org/drawingml/2006/main" w="15240">
            <a:solidFill>
              <a:srgbClr val="10A56A"/>
            </a:solidFill>
            <a:prstDash val="solid"/>
          </a:ln>
        </p:spPr>
      </p:sp>
      <p:sp>
        <p:nvSpPr>
          <p:cNvPr id="253" name="textbox">
            <a:extLst xmlns:a="http://schemas.openxmlformats.org/drawingml/2006/main">
              <a:ext uri="{FF2B5EF4-FFF2-40B4-BE49-F238E27FC236}">
                <a16:creationId xmlns:a16="http://schemas.microsoft.com/office/drawing/2014/main" id="{1D04B6DE-2E56-43FF-B0CF-89B9FE2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10" y="7382924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pZCA001_134</a:t>
            </a:r>
          </a:p>
        </p:txBody>
      </p:sp>
      <p:sp>
        <p:nvSpPr>
          <p:cNvPr id="254" name="line">
            <a:extLst xmlns:a="http://schemas.openxmlformats.org/drawingml/2006/main">
              <a:ext uri="{FF2B5EF4-FFF2-40B4-BE49-F238E27FC236}">
                <a16:creationId xmlns:a16="http://schemas.microsoft.com/office/drawing/2014/main" id="{E510A520-80A4-4084-A878-D37E940A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641769" cy="-226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CC1AF"/>
            </a:solidFill>
            <a:prstDash val="solid"/>
          </a:ln>
        </p:spPr>
      </p:sp>
      <p:sp>
        <p:nvSpPr>
          <p:cNvPr id="255" name="circle">
            <a:extLst xmlns:a="http://schemas.openxmlformats.org/drawingml/2006/main">
              <a:ext uri="{FF2B5EF4-FFF2-40B4-BE49-F238E27FC236}">
                <a16:creationId xmlns:a16="http://schemas.microsoft.com/office/drawing/2014/main" id="{C1B16264-083F-419B-993F-A5D034F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727" y="7343417"/>
            <a:ext cx="222634" cy="2226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4B7"/>
          </a:solidFill>
          <a:ln xmlns:a="http://schemas.openxmlformats.org/drawingml/2006/main" w="15240">
            <a:solidFill>
              <a:srgbClr val="10A56A"/>
            </a:solidFill>
            <a:prstDash val="solid"/>
          </a:ln>
        </p:spPr>
      </p:sp>
      <p:sp>
        <p:nvSpPr>
          <p:cNvPr id="256" name="textbox">
            <a:extLst xmlns:a="http://schemas.openxmlformats.org/drawingml/2006/main">
              <a:ext uri="{FF2B5EF4-FFF2-40B4-BE49-F238E27FC236}">
                <a16:creationId xmlns:a16="http://schemas.microsoft.com/office/drawing/2014/main" id="{FCF420DB-2933-4243-8FFD-D96B619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844" y="7575577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pZCU001_132</a:t>
            </a:r>
          </a:p>
        </p:txBody>
      </p:sp>
      <p:sp>
        <p:nvSpPr>
          <p:cNvPr id="257" name="line">
            <a:extLst xmlns:a="http://schemas.openxmlformats.org/drawingml/2006/main">
              <a:ext uri="{FF2B5EF4-FFF2-40B4-BE49-F238E27FC236}">
                <a16:creationId xmlns:a16="http://schemas.microsoft.com/office/drawing/2014/main" id="{6E23F363-6C03-4C03-A5E6-6DF47E50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641769" cy="226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CC1AF"/>
            </a:solidFill>
            <a:prstDash val="solid"/>
          </a:ln>
        </p:spPr>
      </p:sp>
      <p:sp>
        <p:nvSpPr>
          <p:cNvPr id="258" name="circle">
            <a:extLst xmlns:a="http://schemas.openxmlformats.org/drawingml/2006/main">
              <a:ext uri="{FF2B5EF4-FFF2-40B4-BE49-F238E27FC236}">
                <a16:creationId xmlns:a16="http://schemas.microsoft.com/office/drawing/2014/main" id="{99D643D9-DCF5-4504-8340-546E38D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498" y="7791401"/>
            <a:ext cx="233092" cy="233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4B7"/>
          </a:solidFill>
          <a:ln xmlns:a="http://schemas.openxmlformats.org/drawingml/2006/main" w="15240">
            <a:solidFill>
              <a:srgbClr val="10A56A"/>
            </a:solidFill>
            <a:prstDash val="solid"/>
          </a:ln>
        </p:spPr>
      </p:sp>
      <p:sp>
        <p:nvSpPr>
          <p:cNvPr id="259" name="textbox">
            <a:extLst xmlns:a="http://schemas.openxmlformats.org/drawingml/2006/main">
              <a:ext uri="{FF2B5EF4-FFF2-40B4-BE49-F238E27FC236}">
                <a16:creationId xmlns:a16="http://schemas.microsoft.com/office/drawing/2014/main" id="{47879439-9804-4F85-9B72-9E152C4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844" y="8034019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pZCV001_167</a:t>
            </a:r>
          </a:p>
        </p:txBody>
      </p:sp>
      <p:sp>
        <p:nvSpPr>
          <p:cNvPr id="260" name="line">
            <a:extLst xmlns:a="http://schemas.openxmlformats.org/drawingml/2006/main">
              <a:ext uri="{FF2B5EF4-FFF2-40B4-BE49-F238E27FC236}">
                <a16:creationId xmlns:a16="http://schemas.microsoft.com/office/drawing/2014/main" id="{19B72B7C-BBAA-471B-9042-E179143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-95265" cy="41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9AC9C2"/>
            </a:solidFill>
            <a:prstDash val="solid"/>
          </a:ln>
        </p:spPr>
      </p:sp>
      <p:sp>
        <p:nvSpPr>
          <p:cNvPr id="261" name="circle">
            <a:extLst xmlns:a="http://schemas.openxmlformats.org/drawingml/2006/main">
              <a:ext uri="{FF2B5EF4-FFF2-40B4-BE49-F238E27FC236}">
                <a16:creationId xmlns:a16="http://schemas.microsoft.com/office/drawing/2014/main" id="{5AC674C9-DE98-4D27-9FD8-3F4C747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596" y="7988502"/>
            <a:ext cx="224828" cy="2248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EA"/>
          </a:solidFill>
          <a:ln xmlns:a="http://schemas.openxmlformats.org/drawingml/2006/main" w="9525">
            <a:solidFill>
              <a:srgbClr val="7CCEAD"/>
            </a:solidFill>
            <a:prstDash val="solid"/>
          </a:ln>
        </p:spPr>
      </p:sp>
      <p:sp>
        <p:nvSpPr>
          <p:cNvPr id="262" name="textbox">
            <a:extLst xmlns:a="http://schemas.openxmlformats.org/drawingml/2006/main">
              <a:ext uri="{FF2B5EF4-FFF2-40B4-BE49-F238E27FC236}">
                <a16:creationId xmlns:a16="http://schemas.microsoft.com/office/drawing/2014/main" id="{5FD17641-1698-46D1-8EC0-D1A65C4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10" y="822285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pM17277_139</a:t>
            </a:r>
          </a:p>
        </p:txBody>
      </p:sp>
      <p:sp>
        <p:nvSpPr>
          <p:cNvPr id="263" name="line">
            <a:extLst xmlns:a="http://schemas.openxmlformats.org/drawingml/2006/main">
              <a:ext uri="{FF2B5EF4-FFF2-40B4-BE49-F238E27FC236}">
                <a16:creationId xmlns:a16="http://schemas.microsoft.com/office/drawing/2014/main" id="{652254FE-3EB0-4B50-81AB-99C875A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681341"/>
            <a:ext cx="-722893" cy="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9AC9C2"/>
            </a:solidFill>
            <a:prstDash val="solid"/>
          </a:ln>
        </p:spPr>
      </p:sp>
      <p:sp>
        <p:nvSpPr>
          <p:cNvPr id="264" name="circle">
            <a:extLst xmlns:a="http://schemas.openxmlformats.org/drawingml/2006/main">
              <a:ext uri="{FF2B5EF4-FFF2-40B4-BE49-F238E27FC236}">
                <a16:creationId xmlns:a16="http://schemas.microsoft.com/office/drawing/2014/main" id="{E612F279-F001-49CD-BD3C-EBA8DCA5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707" y="7697353"/>
            <a:ext cx="229349" cy="2293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EA"/>
          </a:solidFill>
          <a:ln xmlns:a="http://schemas.openxmlformats.org/drawingml/2006/main" w="9525">
            <a:solidFill>
              <a:srgbClr val="7CCEAD"/>
            </a:solidFill>
            <a:prstDash val="solid"/>
          </a:ln>
        </p:spPr>
      </p:sp>
      <p:sp>
        <p:nvSpPr>
          <p:cNvPr id="265" name="textbox">
            <a:extLst xmlns:a="http://schemas.openxmlformats.org/drawingml/2006/main">
              <a:ext uri="{FF2B5EF4-FFF2-40B4-BE49-F238E27FC236}">
                <a16:creationId xmlns:a16="http://schemas.microsoft.com/office/drawing/2014/main" id="{7BE0A5DA-077E-43DD-B3F0-21698CC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82" y="7936227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pM27284_154</a:t>
            </a:r>
          </a:p>
        </p:txBody>
      </p:sp>
      <p:sp>
        <p:nvSpPr>
          <p:cNvPr id="266" name="circle">
            <a:extLst xmlns:a="http://schemas.openxmlformats.org/drawingml/2006/main">
              <a:ext uri="{FF2B5EF4-FFF2-40B4-BE49-F238E27FC236}">
                <a16:creationId xmlns:a16="http://schemas.microsoft.com/office/drawing/2014/main" id="{4980CEA4-1D75-44AA-BA6C-677C8F9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785" y="7517851"/>
            <a:ext cx="326979" cy="3269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20955">
            <a:solidFill>
              <a:srgbClr val="111827"/>
            </a:solidFill>
            <a:prstDash val="solid"/>
          </a:ln>
        </p:spPr>
      </p:sp>
      <p:sp>
        <p:nvSpPr>
          <p:cNvPr id="267" name="textbox">
            <a:extLst xmlns:a="http://schemas.openxmlformats.org/drawingml/2006/main">
              <a:ext uri="{FF2B5EF4-FFF2-40B4-BE49-F238E27FC236}">
                <a16:creationId xmlns:a16="http://schemas.microsoft.com/office/drawing/2014/main" id="{8F4A303A-AB94-4375-9D15-424F023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7854356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pCBO001_150</a:t>
            </a:r>
          </a:p>
        </p:txBody>
      </p:sp>
      <p:sp>
        <p:nvSpPr>
          <p:cNvPr id="268" name="textbox">
            <a:extLst xmlns:a="http://schemas.openxmlformats.org/drawingml/2006/main">
              <a:ext uri="{FF2B5EF4-FFF2-40B4-BE49-F238E27FC236}">
                <a16:creationId xmlns:a16="http://schemas.microsoft.com/office/drawing/2014/main" id="{6A9AC96D-156A-45C5-BBD8-4A857B4A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32485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 closed refs</a:t>
            </a:r>
          </a:p>
        </p:txBody>
      </p:sp>
      <p:sp>
        <p:nvSpPr>
          <p:cNvPr id="269" name="textbox">
            <a:extLst xmlns:a="http://schemas.openxmlformats.org/drawingml/2006/main">
              <a:ext uri="{FF2B5EF4-FFF2-40B4-BE49-F238E27FC236}">
                <a16:creationId xmlns:a16="http://schemas.microsoft.com/office/drawing/2014/main" id="{8BAB183B-C819-4970-B435-7EFD381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69342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270" name="rect">
            <a:extLst xmlns:a="http://schemas.openxmlformats.org/drawingml/2006/main">
              <a:ext uri="{FF2B5EF4-FFF2-40B4-BE49-F238E27FC236}">
                <a16:creationId xmlns:a16="http://schemas.microsoft.com/office/drawing/2014/main" id="{2C029FA2-DAAB-420C-A963-FCEE067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105650"/>
            <a:ext cx="253746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271" name="rect">
            <a:extLst xmlns:a="http://schemas.openxmlformats.org/drawingml/2006/main">
              <a:ext uri="{FF2B5EF4-FFF2-40B4-BE49-F238E27FC236}">
                <a16:creationId xmlns:a16="http://schemas.microsoft.com/office/drawing/2014/main" id="{B7C6B624-F1EA-444C-B195-8BF4B7C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735" y="7105650"/>
            <a:ext cx="6343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solidFill>
              <a:srgbClr val="F28C00"/>
            </a:solidFill>
            <a:prstDash val="solid"/>
          </a:ln>
        </p:spPr>
      </p:sp>
      <p:sp>
        <p:nvSpPr>
          <p:cNvPr id="272" name="rect">
            <a:extLst xmlns:a="http://schemas.openxmlformats.org/drawingml/2006/main">
              <a:ext uri="{FF2B5EF4-FFF2-40B4-BE49-F238E27FC236}">
                <a16:creationId xmlns:a16="http://schemas.microsoft.com/office/drawing/2014/main" id="{8C562538-06CA-468F-B448-8D2C39C7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296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273" name="textbox">
            <a:extLst xmlns:a="http://schemas.openxmlformats.org/drawingml/2006/main">
              <a:ext uri="{FF2B5EF4-FFF2-40B4-BE49-F238E27FC236}">
                <a16:creationId xmlns:a16="http://schemas.microsoft.com/office/drawing/2014/main" id="{1F120201-4945-4232-B896-23DB785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727710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</a:p>
        </p:txBody>
      </p:sp>
      <p:sp>
        <p:nvSpPr>
          <p:cNvPr id="274" name="textbox">
            <a:extLst xmlns:a="http://schemas.openxmlformats.org/drawingml/2006/main">
              <a:ext uri="{FF2B5EF4-FFF2-40B4-BE49-F238E27FC236}">
                <a16:creationId xmlns:a16="http://schemas.microsoft.com/office/drawing/2014/main" id="{61E98EF9-A0BD-4B39-B948-F65A55B0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2771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n=4</a:t>
            </a:r>
          </a:p>
        </p:txBody>
      </p:sp>
      <p:sp>
        <p:nvSpPr>
          <p:cNvPr id="275" name="rect">
            <a:extLst xmlns:a="http://schemas.openxmlformats.org/drawingml/2006/main">
              <a:ext uri="{FF2B5EF4-FFF2-40B4-BE49-F238E27FC236}">
                <a16:creationId xmlns:a16="http://schemas.microsoft.com/office/drawing/2014/main" id="{A01B67E1-DB65-4FE3-B5CC-597A032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296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8C00"/>
          </a:solidFill>
          <a:ln xmlns:a="http://schemas.openxmlformats.org/drawingml/2006/main" w="0">
            <a:solidFill>
              <a:srgbClr val="F28C00"/>
            </a:solidFill>
            <a:prstDash val="solid"/>
          </a:ln>
        </p:spPr>
      </p:sp>
      <p:sp>
        <p:nvSpPr>
          <p:cNvPr id="276" name="textbox">
            <a:extLst xmlns:a="http://schemas.openxmlformats.org/drawingml/2006/main">
              <a:ext uri="{FF2B5EF4-FFF2-40B4-BE49-F238E27FC236}">
                <a16:creationId xmlns:a16="http://schemas.microsoft.com/office/drawing/2014/main" id="{151A2F7D-4102-4DC6-B030-8DF791C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27710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P. mirabilis</a:t>
            </a:r>
          </a:p>
        </p:txBody>
      </p:sp>
      <p:sp>
        <p:nvSpPr>
          <p:cNvPr id="277" name="textbox">
            <a:extLst xmlns:a="http://schemas.openxmlformats.org/drawingml/2006/main">
              <a:ext uri="{FF2B5EF4-FFF2-40B4-BE49-F238E27FC236}">
                <a16:creationId xmlns:a16="http://schemas.microsoft.com/office/drawing/2014/main" id="{F8BEC617-48CC-4371-8B49-6B754EA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771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n=1</a:t>
            </a:r>
          </a:p>
        </p:txBody>
      </p:sp>
      <p:sp>
        <p:nvSpPr>
          <p:cNvPr id="278" name="textbox">
            <a:extLst xmlns:a="http://schemas.openxmlformats.org/drawingml/2006/main">
              <a:ext uri="{FF2B5EF4-FFF2-40B4-BE49-F238E27FC236}">
                <a16:creationId xmlns:a16="http://schemas.microsoft.com/office/drawing/2014/main" id="{44F13997-473E-4C73-B3E9-2D72CFA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52475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 composition</a:t>
            </a:r>
          </a:p>
        </p:txBody>
      </p:sp>
      <p:sp>
        <p:nvSpPr>
          <p:cNvPr id="279" name="textbox">
            <a:extLst xmlns:a="http://schemas.openxmlformats.org/drawingml/2006/main">
              <a:ext uri="{FF2B5EF4-FFF2-40B4-BE49-F238E27FC236}">
                <a16:creationId xmlns:a16="http://schemas.microsoft.com/office/drawing/2014/main" id="{DCB2D06B-DE83-49D4-B910-0612252A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696200"/>
            <a:ext cx="6096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ST2632</a:t>
            </a:r>
          </a:p>
        </p:txBody>
      </p:sp>
      <p:sp>
        <p:nvSpPr>
          <p:cNvPr id="280" name="rect">
            <a:extLst xmlns:a="http://schemas.openxmlformats.org/drawingml/2006/main">
              <a:ext uri="{FF2B5EF4-FFF2-40B4-BE49-F238E27FC236}">
                <a16:creationId xmlns:a16="http://schemas.microsoft.com/office/drawing/2014/main" id="{9B98DC3F-8EBC-4ED9-95E3-C760427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72477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81" name="textbox">
            <a:extLst xmlns:a="http://schemas.openxmlformats.org/drawingml/2006/main">
              <a:ext uri="{FF2B5EF4-FFF2-40B4-BE49-F238E27FC236}">
                <a16:creationId xmlns:a16="http://schemas.microsoft.com/office/drawing/2014/main" id="{299872FF-2CC5-4E4C-902D-DB112EBD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686675"/>
            <a:ext cx="20955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2" name="textbox">
            <a:extLst xmlns:a="http://schemas.openxmlformats.org/drawingml/2006/main">
              <a:ext uri="{FF2B5EF4-FFF2-40B4-BE49-F238E27FC236}">
                <a16:creationId xmlns:a16="http://schemas.microsoft.com/office/drawing/2014/main" id="{E355B943-7482-4A03-A848-FB5C21EE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840980"/>
            <a:ext cx="6096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untyped</a:t>
            </a:r>
          </a:p>
        </p:txBody>
      </p:sp>
      <p:sp>
        <p:nvSpPr>
          <p:cNvPr id="283" name="rect">
            <a:extLst xmlns:a="http://schemas.openxmlformats.org/drawingml/2006/main">
              <a:ext uri="{FF2B5EF4-FFF2-40B4-BE49-F238E27FC236}">
                <a16:creationId xmlns:a16="http://schemas.microsoft.com/office/drawing/2014/main" id="{472CED0A-5D0E-4CB4-96D4-3E0EC9F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86955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84" name="textbox">
            <a:extLst xmlns:a="http://schemas.openxmlformats.org/drawingml/2006/main">
              <a:ext uri="{FF2B5EF4-FFF2-40B4-BE49-F238E27FC236}">
                <a16:creationId xmlns:a16="http://schemas.microsoft.com/office/drawing/2014/main" id="{29B5B2BE-BF22-4529-83D9-EB940BA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831455"/>
            <a:ext cx="20955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textbox">
            <a:extLst xmlns:a="http://schemas.openxmlformats.org/drawingml/2006/main">
              <a:ext uri="{FF2B5EF4-FFF2-40B4-BE49-F238E27FC236}">
                <a16:creationId xmlns:a16="http://schemas.microsoft.com/office/drawing/2014/main" id="{F6403788-B912-4A55-B4C0-BC183AD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985760"/>
            <a:ext cx="6096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ST525</a:t>
            </a:r>
          </a:p>
        </p:txBody>
      </p:sp>
      <p:sp>
        <p:nvSpPr>
          <p:cNvPr id="286" name="rect">
            <a:extLst xmlns:a="http://schemas.openxmlformats.org/drawingml/2006/main">
              <a:ext uri="{FF2B5EF4-FFF2-40B4-BE49-F238E27FC236}">
                <a16:creationId xmlns:a16="http://schemas.microsoft.com/office/drawing/2014/main" id="{4BC65EE9-8632-49B9-92DE-069C5734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01433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87" name="textbox">
            <a:extLst xmlns:a="http://schemas.openxmlformats.org/drawingml/2006/main">
              <a:ext uri="{FF2B5EF4-FFF2-40B4-BE49-F238E27FC236}">
                <a16:creationId xmlns:a16="http://schemas.microsoft.com/office/drawing/2014/main" id="{899C629E-7482-410B-A34C-79749C8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976235"/>
            <a:ext cx="20955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8" name="textbox">
            <a:extLst xmlns:a="http://schemas.openxmlformats.org/drawingml/2006/main">
              <a:ext uri="{FF2B5EF4-FFF2-40B4-BE49-F238E27FC236}">
                <a16:creationId xmlns:a16="http://schemas.microsoft.com/office/drawing/2014/main" id="{AC28200E-DB9F-403C-B2D0-BA72AA4E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130540"/>
            <a:ext cx="6096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ST258</a:t>
            </a:r>
          </a:p>
        </p:txBody>
      </p:sp>
      <p:sp>
        <p:nvSpPr>
          <p:cNvPr id="289" name="rect">
            <a:extLst xmlns:a="http://schemas.openxmlformats.org/drawingml/2006/main">
              <a:ext uri="{FF2B5EF4-FFF2-40B4-BE49-F238E27FC236}">
                <a16:creationId xmlns:a16="http://schemas.microsoft.com/office/drawing/2014/main" id="{52D9632E-3628-46ED-AC77-483CBFDF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15911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90" name="textbox">
            <a:extLst xmlns:a="http://schemas.openxmlformats.org/drawingml/2006/main">
              <a:ext uri="{FF2B5EF4-FFF2-40B4-BE49-F238E27FC236}">
                <a16:creationId xmlns:a16="http://schemas.microsoft.com/office/drawing/2014/main" id="{02FC0CEF-BCA4-443D-BFA4-984ABC5C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8121015"/>
            <a:ext cx="20955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1" name="textbox">
            <a:extLst xmlns:a="http://schemas.openxmlformats.org/drawingml/2006/main">
              <a:ext uri="{FF2B5EF4-FFF2-40B4-BE49-F238E27FC236}">
                <a16:creationId xmlns:a16="http://schemas.microsoft.com/office/drawing/2014/main" id="{C27B895C-D43B-4287-A832-1A1D405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275320"/>
            <a:ext cx="6096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ST5995</a:t>
            </a:r>
          </a:p>
        </p:txBody>
      </p:sp>
      <p:sp>
        <p:nvSpPr>
          <p:cNvPr id="292" name="rect">
            <a:extLst xmlns:a="http://schemas.openxmlformats.org/drawingml/2006/main">
              <a:ext uri="{FF2B5EF4-FFF2-40B4-BE49-F238E27FC236}">
                <a16:creationId xmlns:a16="http://schemas.microsoft.com/office/drawing/2014/main" id="{9B478BC3-4B13-44B1-B955-2E91172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30389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93" name="textbox">
            <a:extLst xmlns:a="http://schemas.openxmlformats.org/drawingml/2006/main">
              <a:ext uri="{FF2B5EF4-FFF2-40B4-BE49-F238E27FC236}">
                <a16:creationId xmlns:a16="http://schemas.microsoft.com/office/drawing/2014/main" id="{02D8A371-9E10-4412-BBA7-BF849C8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8265795"/>
            <a:ext cx="20955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4" name="textbox">
            <a:extLst xmlns:a="http://schemas.openxmlformats.org/drawingml/2006/main">
              <a:ext uri="{FF2B5EF4-FFF2-40B4-BE49-F238E27FC236}">
                <a16:creationId xmlns:a16="http://schemas.microsoft.com/office/drawing/2014/main" id="{136FD5E4-E63E-437E-9F9C-EA6C46D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848725"/>
            <a:ext cx="531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Jurisdictions</a:t>
            </a:r>
          </a:p>
        </p:txBody>
      </p:sp>
      <p:sp>
        <p:nvSpPr>
          <p:cNvPr id="295" name="textbox">
            <a:extLst xmlns:a="http://schemas.openxmlformats.org/drawingml/2006/main">
              <a:ext uri="{FF2B5EF4-FFF2-40B4-BE49-F238E27FC236}">
                <a16:creationId xmlns:a16="http://schemas.microsoft.com/office/drawing/2014/main" id="{875AC927-94C1-4BB8-8C00-299015F3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902017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CABA</a:t>
            </a:r>
          </a:p>
        </p:txBody>
      </p:sp>
      <p:sp>
        <p:nvSpPr>
          <p:cNvPr id="296" name="rect">
            <a:extLst xmlns:a="http://schemas.openxmlformats.org/drawingml/2006/main">
              <a:ext uri="{FF2B5EF4-FFF2-40B4-BE49-F238E27FC236}">
                <a16:creationId xmlns:a16="http://schemas.microsoft.com/office/drawing/2014/main" id="{D796907A-BB3B-43A3-BDF9-2E6F8A9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9048750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297" name="textbox">
            <a:extLst xmlns:a="http://schemas.openxmlformats.org/drawingml/2006/main">
              <a:ext uri="{FF2B5EF4-FFF2-40B4-BE49-F238E27FC236}">
                <a16:creationId xmlns:a16="http://schemas.microsoft.com/office/drawing/2014/main" id="{F860BD79-4C7E-4BD7-A433-64749131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90106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8" name="textbox">
            <a:extLst xmlns:a="http://schemas.openxmlformats.org/drawingml/2006/main">
              <a:ext uri="{FF2B5EF4-FFF2-40B4-BE49-F238E27FC236}">
                <a16:creationId xmlns:a16="http://schemas.microsoft.com/office/drawing/2014/main" id="{EAA10531-C2CC-4BD6-8D37-95BC1561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9182100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Buenos Aires</a:t>
            </a:r>
          </a:p>
        </p:txBody>
      </p:sp>
      <p:sp>
        <p:nvSpPr>
          <p:cNvPr id="299" name="rect">
            <a:extLst xmlns:a="http://schemas.openxmlformats.org/drawingml/2006/main">
              <a:ext uri="{FF2B5EF4-FFF2-40B4-BE49-F238E27FC236}">
                <a16:creationId xmlns:a16="http://schemas.microsoft.com/office/drawing/2014/main" id="{ACD8A867-1396-4095-935C-0A6E915B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9210675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300" name="textbox">
            <a:extLst xmlns:a="http://schemas.openxmlformats.org/drawingml/2006/main">
              <a:ext uri="{FF2B5EF4-FFF2-40B4-BE49-F238E27FC236}">
                <a16:creationId xmlns:a16="http://schemas.microsoft.com/office/drawing/2014/main" id="{CE554C8A-A488-4BD4-A9BC-C8EAB14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9172575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1" name="textbox">
            <a:extLst xmlns:a="http://schemas.openxmlformats.org/drawingml/2006/main">
              <a:ext uri="{FF2B5EF4-FFF2-40B4-BE49-F238E27FC236}">
                <a16:creationId xmlns:a16="http://schemas.microsoft.com/office/drawing/2014/main" id="{D25DA9BC-7EAC-482A-9A01-62274F1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934402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Santa Fe</a:t>
            </a:r>
          </a:p>
        </p:txBody>
      </p:sp>
      <p:sp>
        <p:nvSpPr>
          <p:cNvPr id="302" name="rect">
            <a:extLst xmlns:a="http://schemas.openxmlformats.org/drawingml/2006/main">
              <a:ext uri="{FF2B5EF4-FFF2-40B4-BE49-F238E27FC236}">
                <a16:creationId xmlns:a16="http://schemas.microsoft.com/office/drawing/2014/main" id="{2A8372AE-6606-4DCF-81E6-9162491B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9372600"/>
            <a:ext cx="21145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BB585"/>
          </a:solidFill>
          <a:ln xmlns:a="http://schemas.openxmlformats.org/drawingml/2006/main" w="0">
            <a:solidFill>
              <a:srgbClr val="3BB585"/>
            </a:solidFill>
            <a:prstDash val="solid"/>
          </a:ln>
        </p:spPr>
      </p:sp>
      <p:sp>
        <p:nvSpPr>
          <p:cNvPr id="303" name="textbox">
            <a:extLst xmlns:a="http://schemas.openxmlformats.org/drawingml/2006/main">
              <a:ext uri="{FF2B5EF4-FFF2-40B4-BE49-F238E27FC236}">
                <a16:creationId xmlns:a16="http://schemas.microsoft.com/office/drawing/2014/main" id="{544082B5-5B1B-4948-926C-48ECE51F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3345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4" name="rect">
            <a:extLst xmlns:a="http://schemas.openxmlformats.org/drawingml/2006/main">
              <a:ext uri="{FF2B5EF4-FFF2-40B4-BE49-F238E27FC236}">
                <a16:creationId xmlns:a16="http://schemas.microsoft.com/office/drawing/2014/main" id="{390BBC42-B321-43D6-946C-0CE523F6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81650"/>
            <a:ext cx="5619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6FCFE"/>
          </a:solidFill>
          <a:ln xmlns:a="http://schemas.openxmlformats.org/drawingml/2006/main" w="12383">
            <a:solidFill>
              <a:srgbClr val="0B8A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5" name="rect">
            <a:extLst xmlns:a="http://schemas.openxmlformats.org/drawingml/2006/main">
              <a:ext uri="{FF2B5EF4-FFF2-40B4-BE49-F238E27FC236}">
                <a16:creationId xmlns:a16="http://schemas.microsoft.com/office/drawing/2014/main" id="{76ED1208-417A-407B-B3DD-70D5EB0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81650"/>
            <a:ext cx="561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FDB"/>
          </a:solidFill>
          <a:ln xmlns:a="http://schemas.openxmlformats.org/drawingml/2006/main" w="0">
            <a:solidFill>
              <a:srgbClr val="009FDB"/>
            </a:solidFill>
            <a:prstDash val="solid"/>
          </a:ln>
        </p:spPr>
      </p:sp>
      <p:sp>
        <p:nvSpPr>
          <p:cNvPr id="306" name="textbox">
            <a:extLst xmlns:a="http://schemas.openxmlformats.org/drawingml/2006/main">
              <a:ext uri="{FF2B5EF4-FFF2-40B4-BE49-F238E27FC236}">
                <a16:creationId xmlns:a16="http://schemas.microsoft.com/office/drawing/2014/main" id="{260408E0-F87E-4E30-A1C0-B1E377A2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912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9FD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9FDB"/>
                </a:solidFill>
                <a:latin typeface="Arial"/>
                <a:ea typeface="Arial"/>
                <a:cs typeface="Arial"/>
              </a:rPr>
              <a:t>C05</a:t>
            </a:r>
          </a:p>
        </p:txBody>
      </p:sp>
      <p:sp>
        <p:nvSpPr>
          <p:cNvPr id="307" name="textbox">
            <a:extLst xmlns:a="http://schemas.openxmlformats.org/drawingml/2006/main">
              <a:ext uri="{FF2B5EF4-FFF2-40B4-BE49-F238E27FC236}">
                <a16:creationId xmlns:a16="http://schemas.microsoft.com/office/drawing/2014/main" id="{09A287F9-BDFB-4932-B83A-6649C9B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00725"/>
            <a:ext cx="460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IncFII pCOS/PQ NDM-5</a:t>
            </a:r>
          </a:p>
        </p:txBody>
      </p:sp>
      <p:sp>
        <p:nvSpPr>
          <p:cNvPr id="308" name="textbox">
            <a:extLst xmlns:a="http://schemas.openxmlformats.org/drawingml/2006/main">
              <a:ext uri="{FF2B5EF4-FFF2-40B4-BE49-F238E27FC236}">
                <a16:creationId xmlns:a16="http://schemas.microsoft.com/office/drawing/2014/main" id="{55278ABB-9890-4BC7-9DBE-D82687D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029325"/>
            <a:ext cx="4600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81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PQ241463.1</a:t>
            </a:r>
          </a:p>
        </p:txBody>
      </p:sp>
      <p:sp>
        <p:nvSpPr>
          <p:cNvPr id="309" name="textbox">
            <a:extLst xmlns:a="http://schemas.openxmlformats.org/drawingml/2006/main">
              <a:ext uri="{FF2B5EF4-FFF2-40B4-BE49-F238E27FC236}">
                <a16:creationId xmlns:a16="http://schemas.microsoft.com/office/drawing/2014/main" id="{F5BA06F7-53D9-4546-85D5-47EB421D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210300"/>
            <a:ext cx="37833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NDM-5</a:t>
            </a:r>
          </a:p>
        </p:txBody>
      </p:sp>
      <p:sp>
        <p:nvSpPr>
          <p:cNvPr id="310" name="rect">
            <a:extLst xmlns:a="http://schemas.openxmlformats.org/drawingml/2006/main">
              <a:ext uri="{FF2B5EF4-FFF2-40B4-BE49-F238E27FC236}">
                <a16:creationId xmlns:a16="http://schemas.microsoft.com/office/drawing/2014/main" id="{CF99EAD6-0BB5-46C7-995E-A0AD337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311" name="textbox">
            <a:extLst xmlns:a="http://schemas.openxmlformats.org/drawingml/2006/main">
              <a:ext uri="{FF2B5EF4-FFF2-40B4-BE49-F238E27FC236}">
                <a16:creationId xmlns:a16="http://schemas.microsoft.com/office/drawing/2014/main" id="{A17FA021-536E-4423-9448-0D3243C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12" name="textbox">
            <a:extLst xmlns:a="http://schemas.openxmlformats.org/drawingml/2006/main">
              <a:ext uri="{FF2B5EF4-FFF2-40B4-BE49-F238E27FC236}">
                <a16:creationId xmlns:a16="http://schemas.microsoft.com/office/drawing/2014/main" id="{88484F93-5AEC-442F-96C1-CE37869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isolates</a:t>
            </a:r>
          </a:p>
        </p:txBody>
      </p:sp>
      <p:sp>
        <p:nvSpPr>
          <p:cNvPr id="313" name="rect">
            <a:extLst xmlns:a="http://schemas.openxmlformats.org/drawingml/2006/main">
              <a:ext uri="{FF2B5EF4-FFF2-40B4-BE49-F238E27FC236}">
                <a16:creationId xmlns:a16="http://schemas.microsoft.com/office/drawing/2014/main" id="{22CB7A98-719F-4D96-A447-9072DB5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314" name="textbox">
            <a:extLst xmlns:a="http://schemas.openxmlformats.org/drawingml/2006/main">
              <a:ext uri="{FF2B5EF4-FFF2-40B4-BE49-F238E27FC236}">
                <a16:creationId xmlns:a16="http://schemas.microsoft.com/office/drawing/2014/main" id="{35A4D10B-ADAE-4597-AAC9-E9EB175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5" name="textbox">
            <a:extLst xmlns:a="http://schemas.openxmlformats.org/drawingml/2006/main">
              <a:ext uri="{FF2B5EF4-FFF2-40B4-BE49-F238E27FC236}">
                <a16:creationId xmlns:a16="http://schemas.microsoft.com/office/drawing/2014/main" id="{78A775D0-EB67-472E-8564-C59B018D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316" name="rect">
            <a:extLst xmlns:a="http://schemas.openxmlformats.org/drawingml/2006/main">
              <a:ext uri="{FF2B5EF4-FFF2-40B4-BE49-F238E27FC236}">
                <a16:creationId xmlns:a16="http://schemas.microsoft.com/office/drawing/2014/main" id="{E851FB7A-B5F3-42FF-869B-A7C9AE2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317" name="textbox">
            <a:extLst xmlns:a="http://schemas.openxmlformats.org/drawingml/2006/main">
              <a:ext uri="{FF2B5EF4-FFF2-40B4-BE49-F238E27FC236}">
                <a16:creationId xmlns:a16="http://schemas.microsoft.com/office/drawing/2014/main" id="{79E504CE-7D53-4386-971B-FC9D07F7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8" name="textbox">
            <a:extLst xmlns:a="http://schemas.openxmlformats.org/drawingml/2006/main">
              <a:ext uri="{FF2B5EF4-FFF2-40B4-BE49-F238E27FC236}">
                <a16:creationId xmlns:a16="http://schemas.microsoft.com/office/drawing/2014/main" id="{B8C428F3-98DD-47DA-A758-C59A236E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319" name="rect">
            <a:extLst xmlns:a="http://schemas.openxmlformats.org/drawingml/2006/main">
              <a:ext uri="{FF2B5EF4-FFF2-40B4-BE49-F238E27FC236}">
                <a16:creationId xmlns:a16="http://schemas.microsoft.com/office/drawing/2014/main" id="{F59BB24A-18C7-4821-9E8B-822925B7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6448425"/>
            <a:ext cx="1285875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E7EB"/>
            </a:solidFill>
            <a:prstDash val="solid"/>
          </a:ln>
        </p:spPr>
      </p:sp>
      <p:sp>
        <p:nvSpPr>
          <p:cNvPr id="320" name="textbox">
            <a:extLst xmlns:a="http://schemas.openxmlformats.org/drawingml/2006/main">
              <a:ext uri="{FF2B5EF4-FFF2-40B4-BE49-F238E27FC236}">
                <a16:creationId xmlns:a16="http://schemas.microsoft.com/office/drawing/2014/main" id="{41762BF3-7B9F-4276-BBC0-9C0824B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649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1" name="textbox">
            <a:extLst xmlns:a="http://schemas.openxmlformats.org/drawingml/2006/main">
              <a:ext uri="{FF2B5EF4-FFF2-40B4-BE49-F238E27FC236}">
                <a16:creationId xmlns:a16="http://schemas.microsoft.com/office/drawing/2014/main" id="{A1BF0A31-FE51-4E3D-8A58-8094C831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534150"/>
            <a:ext cx="866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jurisd.</a:t>
            </a:r>
          </a:p>
        </p:txBody>
      </p:sp>
      <p:sp>
        <p:nvSpPr>
          <p:cNvPr id="322" name="textbox">
            <a:extLst xmlns:a="http://schemas.openxmlformats.org/drawingml/2006/main">
              <a:ext uri="{FF2B5EF4-FFF2-40B4-BE49-F238E27FC236}">
                <a16:creationId xmlns:a16="http://schemas.microsoft.com/office/drawing/2014/main" id="{A12472A3-2916-4C2D-A708-E6A493E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9342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 plasmids</a:t>
            </a:r>
          </a:p>
        </p:txBody>
      </p:sp>
      <p:sp>
        <p:nvSpPr>
          <p:cNvPr id="323" name="line">
            <a:extLst xmlns:a="http://schemas.openxmlformats.org/drawingml/2006/main">
              <a:ext uri="{FF2B5EF4-FFF2-40B4-BE49-F238E27FC236}">
                <a16:creationId xmlns:a16="http://schemas.microsoft.com/office/drawing/2014/main" id="{3837359F-0FDB-4858-9FC0-561E801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7681341"/>
            <a:ext cx="-722893" cy="-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76BEDE"/>
            </a:solidFill>
            <a:prstDash val="solid"/>
          </a:ln>
        </p:spPr>
      </p:sp>
      <p:sp>
        <p:nvSpPr>
          <p:cNvPr id="324" name="circle">
            <a:extLst xmlns:a="http://schemas.openxmlformats.org/drawingml/2006/main">
              <a:ext uri="{FF2B5EF4-FFF2-40B4-BE49-F238E27FC236}">
                <a16:creationId xmlns:a16="http://schemas.microsoft.com/office/drawing/2014/main" id="{FD578F99-F0D0-4A3B-8B1C-396874D2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612" y="7445135"/>
            <a:ext cx="211039" cy="211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1EE"/>
          </a:solidFill>
          <a:ln xmlns:a="http://schemas.openxmlformats.org/drawingml/2006/main" w="15240">
            <a:solidFill>
              <a:srgbClr val="009FDB"/>
            </a:solidFill>
            <a:prstDash val="solid"/>
          </a:ln>
        </p:spPr>
      </p:sp>
      <p:sp>
        <p:nvSpPr>
          <p:cNvPr id="325" name="textbox">
            <a:extLst xmlns:a="http://schemas.openxmlformats.org/drawingml/2006/main">
              <a:ext uri="{FF2B5EF4-FFF2-40B4-BE49-F238E27FC236}">
                <a16:creationId xmlns:a16="http://schemas.microsoft.com/office/drawing/2014/main" id="{112FE77E-3149-4342-88F2-F0D19DF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932" y="7665699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58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pCOS001_98</a:t>
            </a:r>
          </a:p>
        </p:txBody>
      </p:sp>
      <p:sp>
        <p:nvSpPr>
          <p:cNvPr id="326" name="line">
            <a:extLst xmlns:a="http://schemas.openxmlformats.org/drawingml/2006/main">
              <a:ext uri="{FF2B5EF4-FFF2-40B4-BE49-F238E27FC236}">
                <a16:creationId xmlns:a16="http://schemas.microsoft.com/office/drawing/2014/main" id="{6658C8CB-F17E-42EB-918D-6BE7C4F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7681341"/>
            <a:ext cx="-722893" cy="130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96C7DF"/>
            </a:solidFill>
            <a:prstDash val="solid"/>
          </a:ln>
        </p:spPr>
      </p:sp>
      <p:sp>
        <p:nvSpPr>
          <p:cNvPr id="327" name="circle">
            <a:extLst xmlns:a="http://schemas.openxmlformats.org/drawingml/2006/main">
              <a:ext uri="{FF2B5EF4-FFF2-40B4-BE49-F238E27FC236}">
                <a16:creationId xmlns:a16="http://schemas.microsoft.com/office/drawing/2014/main" id="{0231BA11-D01B-4386-9A0E-8AD81CC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345" y="7705241"/>
            <a:ext cx="213574" cy="213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F2FA"/>
          </a:solidFill>
          <a:ln xmlns:a="http://schemas.openxmlformats.org/drawingml/2006/main" w="9525">
            <a:solidFill>
              <a:srgbClr val="73CAEB"/>
            </a:solidFill>
            <a:prstDash val="solid"/>
          </a:ln>
        </p:spPr>
      </p:sp>
      <p:sp>
        <p:nvSpPr>
          <p:cNvPr id="328" name="textbox">
            <a:extLst xmlns:a="http://schemas.openxmlformats.org/drawingml/2006/main">
              <a:ext uri="{FF2B5EF4-FFF2-40B4-BE49-F238E27FC236}">
                <a16:creationId xmlns:a16="http://schemas.microsoft.com/office/drawing/2014/main" id="{0076250A-2C16-4A86-976D-2EE2127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932" y="7928339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54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PQ241462.1</a:t>
            </a:r>
          </a:p>
        </p:txBody>
      </p:sp>
      <p:sp>
        <p:nvSpPr>
          <p:cNvPr id="329" name="circle">
            <a:extLst xmlns:a="http://schemas.openxmlformats.org/drawingml/2006/main">
              <a:ext uri="{FF2B5EF4-FFF2-40B4-BE49-F238E27FC236}">
                <a16:creationId xmlns:a16="http://schemas.microsoft.com/office/drawing/2014/main" id="{1A97E718-6F90-4202-9328-78A27C96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075" y="7528391"/>
            <a:ext cx="305900" cy="30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4F5"/>
          </a:solidFill>
          <a:ln xmlns:a="http://schemas.openxmlformats.org/drawingml/2006/main" w="20955">
            <a:solidFill>
              <a:srgbClr val="111827"/>
            </a:solidFill>
            <a:prstDash val="solid"/>
          </a:ln>
        </p:spPr>
      </p:sp>
      <p:sp>
        <p:nvSpPr>
          <p:cNvPr id="330" name="textbox">
            <a:extLst xmlns:a="http://schemas.openxmlformats.org/drawingml/2006/main">
              <a:ext uri="{FF2B5EF4-FFF2-40B4-BE49-F238E27FC236}">
                <a16:creationId xmlns:a16="http://schemas.microsoft.com/office/drawing/2014/main" id="{7B246D8B-5400-4DCF-B964-7209218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7843816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PQ241463.1</a:t>
            </a:r>
          </a:p>
        </p:txBody>
      </p:sp>
      <p:sp>
        <p:nvSpPr>
          <p:cNvPr id="331" name="textbox">
            <a:extLst xmlns:a="http://schemas.openxmlformats.org/drawingml/2006/main">
              <a:ext uri="{FF2B5EF4-FFF2-40B4-BE49-F238E27FC236}">
                <a16:creationId xmlns:a16="http://schemas.microsoft.com/office/drawing/2014/main" id="{8A7C98DD-C9D1-4148-9D2F-5CBA8BF8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32485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9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 closed refs</a:t>
            </a:r>
          </a:p>
        </p:txBody>
      </p:sp>
      <p:sp>
        <p:nvSpPr>
          <p:cNvPr id="332" name="textbox">
            <a:extLst xmlns:a="http://schemas.openxmlformats.org/drawingml/2006/main">
              <a:ext uri="{FF2B5EF4-FFF2-40B4-BE49-F238E27FC236}">
                <a16:creationId xmlns:a16="http://schemas.microsoft.com/office/drawing/2014/main" id="{F3DFF7E4-97C0-46FE-9CD9-928BA4A2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9342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333" name="rect">
            <a:extLst xmlns:a="http://schemas.openxmlformats.org/drawingml/2006/main">
              <a:ext uri="{FF2B5EF4-FFF2-40B4-BE49-F238E27FC236}">
                <a16:creationId xmlns:a16="http://schemas.microsoft.com/office/drawing/2014/main" id="{42265068-AF79-41DD-BEBA-5079B248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105650"/>
            <a:ext cx="3171825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334" name="rect">
            <a:extLst xmlns:a="http://schemas.openxmlformats.org/drawingml/2006/main">
              <a:ext uri="{FF2B5EF4-FFF2-40B4-BE49-F238E27FC236}">
                <a16:creationId xmlns:a16="http://schemas.microsoft.com/office/drawing/2014/main" id="{F830D4DD-D824-4C5F-A3F8-620F5C4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296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9D6"/>
          </a:solidFill>
          <a:ln xmlns:a="http://schemas.openxmlformats.org/drawingml/2006/main" w="0">
            <a:solidFill>
              <a:srgbClr val="1769D6"/>
            </a:solidFill>
            <a:prstDash val="solid"/>
          </a:ln>
        </p:spPr>
      </p:sp>
      <p:sp>
        <p:nvSpPr>
          <p:cNvPr id="335" name="textbox">
            <a:extLst xmlns:a="http://schemas.openxmlformats.org/drawingml/2006/main">
              <a:ext uri="{FF2B5EF4-FFF2-40B4-BE49-F238E27FC236}">
                <a16:creationId xmlns:a16="http://schemas.microsoft.com/office/drawing/2014/main" id="{13292A3B-6E26-42B5-BCF4-049C8F02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7277100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60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</a:p>
        </p:txBody>
      </p:sp>
      <p:sp>
        <p:nvSpPr>
          <p:cNvPr id="336" name="textbox">
            <a:extLst xmlns:a="http://schemas.openxmlformats.org/drawingml/2006/main">
              <a:ext uri="{FF2B5EF4-FFF2-40B4-BE49-F238E27FC236}">
                <a16:creationId xmlns:a16="http://schemas.microsoft.com/office/drawing/2014/main" id="{424E0769-0E75-48DF-BF0D-17BBFE02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771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n=15</a:t>
            </a:r>
          </a:p>
        </p:txBody>
      </p:sp>
      <p:sp>
        <p:nvSpPr>
          <p:cNvPr id="337" name="textbox">
            <a:extLst xmlns:a="http://schemas.openxmlformats.org/drawingml/2006/main">
              <a:ext uri="{FF2B5EF4-FFF2-40B4-BE49-F238E27FC236}">
                <a16:creationId xmlns:a16="http://schemas.microsoft.com/office/drawing/2014/main" id="{562946E1-B3F6-4A48-AEBB-850E74CB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52475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 composition</a:t>
            </a:r>
          </a:p>
        </p:txBody>
      </p:sp>
      <p:sp>
        <p:nvSpPr>
          <p:cNvPr id="338" name="textbox">
            <a:extLst xmlns:a="http://schemas.openxmlformats.org/drawingml/2006/main">
              <a:ext uri="{FF2B5EF4-FFF2-40B4-BE49-F238E27FC236}">
                <a16:creationId xmlns:a16="http://schemas.microsoft.com/office/drawing/2014/main" id="{CE4B9040-1747-49CB-826D-671A9CF6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696200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ST258</a:t>
            </a:r>
          </a:p>
        </p:txBody>
      </p:sp>
      <p:sp>
        <p:nvSpPr>
          <p:cNvPr id="339" name="rect">
            <a:extLst xmlns:a="http://schemas.openxmlformats.org/drawingml/2006/main">
              <a:ext uri="{FF2B5EF4-FFF2-40B4-BE49-F238E27FC236}">
                <a16:creationId xmlns:a16="http://schemas.microsoft.com/office/drawing/2014/main" id="{771A5994-8F6E-4A76-9D87-155E3BF3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724775"/>
            <a:ext cx="2276475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40" name="textbox">
            <a:extLst xmlns:a="http://schemas.openxmlformats.org/drawingml/2006/main">
              <a:ext uri="{FF2B5EF4-FFF2-40B4-BE49-F238E27FC236}">
                <a16:creationId xmlns:a16="http://schemas.microsoft.com/office/drawing/2014/main" id="{1B1B11C1-B728-415E-83DC-910AE7B3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686675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41" name="textbox">
            <a:extLst xmlns:a="http://schemas.openxmlformats.org/drawingml/2006/main">
              <a:ext uri="{FF2B5EF4-FFF2-40B4-BE49-F238E27FC236}">
                <a16:creationId xmlns:a16="http://schemas.microsoft.com/office/drawing/2014/main" id="{56FC1414-A180-49F5-AAB6-E144071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858125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ST11</a:t>
            </a:r>
          </a:p>
        </p:txBody>
      </p:sp>
      <p:sp>
        <p:nvSpPr>
          <p:cNvPr id="342" name="rect">
            <a:extLst xmlns:a="http://schemas.openxmlformats.org/drawingml/2006/main">
              <a:ext uri="{FF2B5EF4-FFF2-40B4-BE49-F238E27FC236}">
                <a16:creationId xmlns:a16="http://schemas.microsoft.com/office/drawing/2014/main" id="{0B279FE9-0375-42FF-BC26-AB2907BE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886700"/>
            <a:ext cx="1991916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43" name="textbox">
            <a:extLst xmlns:a="http://schemas.openxmlformats.org/drawingml/2006/main">
              <a:ext uri="{FF2B5EF4-FFF2-40B4-BE49-F238E27FC236}">
                <a16:creationId xmlns:a16="http://schemas.microsoft.com/office/drawing/2014/main" id="{8950D3AC-6A16-4F6A-A477-1492D79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216" y="78486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44" name="textbox">
            <a:extLst xmlns:a="http://schemas.openxmlformats.org/drawingml/2006/main">
              <a:ext uri="{FF2B5EF4-FFF2-40B4-BE49-F238E27FC236}">
                <a16:creationId xmlns:a16="http://schemas.microsoft.com/office/drawing/2014/main" id="{1935A2ED-4B3E-4598-8BC8-8865FF7A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848725"/>
            <a:ext cx="531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Jurisdictions</a:t>
            </a:r>
          </a:p>
        </p:txBody>
      </p:sp>
      <p:sp>
        <p:nvSpPr>
          <p:cNvPr id="345" name="textbox">
            <a:extLst xmlns:a="http://schemas.openxmlformats.org/drawingml/2006/main">
              <a:ext uri="{FF2B5EF4-FFF2-40B4-BE49-F238E27FC236}">
                <a16:creationId xmlns:a16="http://schemas.microsoft.com/office/drawing/2014/main" id="{F3180BC6-DE0B-4E2B-AF70-2D67C32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02017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Buenos Aires</a:t>
            </a:r>
          </a:p>
        </p:txBody>
      </p:sp>
      <p:sp>
        <p:nvSpPr>
          <p:cNvPr id="346" name="rect">
            <a:extLst xmlns:a="http://schemas.openxmlformats.org/drawingml/2006/main">
              <a:ext uri="{FF2B5EF4-FFF2-40B4-BE49-F238E27FC236}">
                <a16:creationId xmlns:a16="http://schemas.microsoft.com/office/drawing/2014/main" id="{F6CBC5B4-2757-49B7-B607-8C47928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048750"/>
            <a:ext cx="42291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47" name="textbox">
            <a:extLst xmlns:a="http://schemas.openxmlformats.org/drawingml/2006/main">
              <a:ext uri="{FF2B5EF4-FFF2-40B4-BE49-F238E27FC236}">
                <a16:creationId xmlns:a16="http://schemas.microsoft.com/office/drawing/2014/main" id="{FC5C18CE-3058-4402-B3CB-A42C34F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901065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48" name="textbox">
            <a:extLst xmlns:a="http://schemas.openxmlformats.org/drawingml/2006/main">
              <a:ext uri="{FF2B5EF4-FFF2-40B4-BE49-F238E27FC236}">
                <a16:creationId xmlns:a16="http://schemas.microsoft.com/office/drawing/2014/main" id="{CD497AFF-82BD-467E-A9DA-0CF511CB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13130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CABA</a:t>
            </a:r>
          </a:p>
        </p:txBody>
      </p:sp>
      <p:sp>
        <p:nvSpPr>
          <p:cNvPr id="349" name="rect">
            <a:extLst xmlns:a="http://schemas.openxmlformats.org/drawingml/2006/main">
              <a:ext uri="{FF2B5EF4-FFF2-40B4-BE49-F238E27FC236}">
                <a16:creationId xmlns:a16="http://schemas.microsoft.com/office/drawing/2014/main" id="{F1C891CE-EDEF-4528-B1DF-3698166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159875"/>
            <a:ext cx="1585913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50" name="textbox">
            <a:extLst xmlns:a="http://schemas.openxmlformats.org/drawingml/2006/main">
              <a:ext uri="{FF2B5EF4-FFF2-40B4-BE49-F238E27FC236}">
                <a16:creationId xmlns:a16="http://schemas.microsoft.com/office/drawing/2014/main" id="{F62CDB8C-728B-414D-B3FA-44A6C43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588" y="912177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1" name="textbox">
            <a:extLst xmlns:a="http://schemas.openxmlformats.org/drawingml/2006/main">
              <a:ext uri="{FF2B5EF4-FFF2-40B4-BE49-F238E27FC236}">
                <a16:creationId xmlns:a16="http://schemas.microsoft.com/office/drawing/2014/main" id="{728860F0-08EF-4588-B289-8A9C6672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24242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Formosa</a:t>
            </a:r>
          </a:p>
        </p:txBody>
      </p:sp>
      <p:sp>
        <p:nvSpPr>
          <p:cNvPr id="352" name="rect">
            <a:extLst xmlns:a="http://schemas.openxmlformats.org/drawingml/2006/main">
              <a:ext uri="{FF2B5EF4-FFF2-40B4-BE49-F238E27FC236}">
                <a16:creationId xmlns:a16="http://schemas.microsoft.com/office/drawing/2014/main" id="{D7490F41-97A8-470C-BCE8-967B961B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271000"/>
            <a:ext cx="5286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53" name="textbox">
            <a:extLst xmlns:a="http://schemas.openxmlformats.org/drawingml/2006/main">
              <a:ext uri="{FF2B5EF4-FFF2-40B4-BE49-F238E27FC236}">
                <a16:creationId xmlns:a16="http://schemas.microsoft.com/office/drawing/2014/main" id="{8044B9BD-A2D8-4EDB-AD72-3F1AE859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923290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4" name="textbox">
            <a:extLst xmlns:a="http://schemas.openxmlformats.org/drawingml/2006/main">
              <a:ext uri="{FF2B5EF4-FFF2-40B4-BE49-F238E27FC236}">
                <a16:creationId xmlns:a16="http://schemas.microsoft.com/office/drawing/2014/main" id="{397A5B2B-1B6D-4162-84FD-641E2499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35355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Chaco</a:t>
            </a:r>
          </a:p>
        </p:txBody>
      </p:sp>
      <p:sp>
        <p:nvSpPr>
          <p:cNvPr id="355" name="rect">
            <a:extLst xmlns:a="http://schemas.openxmlformats.org/drawingml/2006/main">
              <a:ext uri="{FF2B5EF4-FFF2-40B4-BE49-F238E27FC236}">
                <a16:creationId xmlns:a16="http://schemas.microsoft.com/office/drawing/2014/main" id="{E5DFA3D0-BB64-4124-AA08-4C063AB6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382125"/>
            <a:ext cx="5286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56" name="textbox">
            <a:extLst xmlns:a="http://schemas.openxmlformats.org/drawingml/2006/main">
              <a:ext uri="{FF2B5EF4-FFF2-40B4-BE49-F238E27FC236}">
                <a16:creationId xmlns:a16="http://schemas.microsoft.com/office/drawing/2014/main" id="{E86E437B-1695-4B17-8C8E-51DEE98F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934402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7" name="textbox">
            <a:extLst xmlns:a="http://schemas.openxmlformats.org/drawingml/2006/main">
              <a:ext uri="{FF2B5EF4-FFF2-40B4-BE49-F238E27FC236}">
                <a16:creationId xmlns:a16="http://schemas.microsoft.com/office/drawing/2014/main" id="{77BE8C6F-43E4-4150-BFF2-9BDB3CE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464675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Tucumán</a:t>
            </a:r>
          </a:p>
        </p:txBody>
      </p:sp>
      <p:sp>
        <p:nvSpPr>
          <p:cNvPr id="358" name="rect">
            <a:extLst xmlns:a="http://schemas.openxmlformats.org/drawingml/2006/main">
              <a:ext uri="{FF2B5EF4-FFF2-40B4-BE49-F238E27FC236}">
                <a16:creationId xmlns:a16="http://schemas.microsoft.com/office/drawing/2014/main" id="{FBE00666-2592-46FE-A635-E0260E5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493250"/>
            <a:ext cx="5286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59" name="textbox">
            <a:extLst xmlns:a="http://schemas.openxmlformats.org/drawingml/2006/main">
              <a:ext uri="{FF2B5EF4-FFF2-40B4-BE49-F238E27FC236}">
                <a16:creationId xmlns:a16="http://schemas.microsoft.com/office/drawing/2014/main" id="{B1674757-8E01-4171-AF77-F44C11EB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9455150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0" name="textbox">
            <a:extLst xmlns:a="http://schemas.openxmlformats.org/drawingml/2006/main">
              <a:ext uri="{FF2B5EF4-FFF2-40B4-BE49-F238E27FC236}">
                <a16:creationId xmlns:a16="http://schemas.microsoft.com/office/drawing/2014/main" id="{BE64B583-669A-4A6A-B341-E39EF70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9575800"/>
            <a:ext cx="80010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361" name="rect">
            <a:extLst xmlns:a="http://schemas.openxmlformats.org/drawingml/2006/main">
              <a:ext uri="{FF2B5EF4-FFF2-40B4-BE49-F238E27FC236}">
                <a16:creationId xmlns:a16="http://schemas.microsoft.com/office/drawing/2014/main" id="{CE13ABC0-194B-4FC6-B7C5-4D432BBA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9604375"/>
            <a:ext cx="528638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EB0E1"/>
          </a:solidFill>
          <a:ln xmlns:a="http://schemas.openxmlformats.org/drawingml/2006/main" w="0">
            <a:solidFill>
              <a:srgbClr val="2EB0E1"/>
            </a:solidFill>
            <a:prstDash val="solid"/>
          </a:ln>
        </p:spPr>
      </p:sp>
      <p:sp>
        <p:nvSpPr>
          <p:cNvPr id="362" name="textbox">
            <a:extLst xmlns:a="http://schemas.openxmlformats.org/drawingml/2006/main">
              <a:ext uri="{FF2B5EF4-FFF2-40B4-BE49-F238E27FC236}">
                <a16:creationId xmlns:a16="http://schemas.microsoft.com/office/drawing/2014/main" id="{2CD6A6BC-4231-4C76-B1B3-8A1AC40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9566275"/>
            <a:ext cx="209550" cy="1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4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3" name="textbox">
            <a:extLst xmlns:a="http://schemas.openxmlformats.org/drawingml/2006/main">
              <a:ext uri="{FF2B5EF4-FFF2-40B4-BE49-F238E27FC236}">
                <a16:creationId xmlns:a16="http://schemas.microsoft.com/office/drawing/2014/main" id="{12ADE14E-A9B5-4F59-981F-3ABD621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73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Pale closed-plasmid nodes indicate GenBank references; epidemiological bars use RECAPTAR isolates only.</a:t>
            </a:r>
          </a:p>
        </p:txBody>
      </p:sp>
    </p:spTree>
    <p:extLst>
      <p:ext uri="{BB962C8B-B14F-4D97-AF65-F5344CB8AC3E}">
        <p14:creationId xmlns:p14="http://schemas.microsoft.com/office/powerpoint/2010/main" val="185938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2026-06-21T17:48:47.7960000Z</dcterms:created>
  <dcterms:modified xsi:type="dcterms:W3CDTF">2026-06-21T17:48:47.7960000Z</dcterms:modified>
</coreProperties>
</file>